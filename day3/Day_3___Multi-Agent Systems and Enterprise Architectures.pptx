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heme/theme2.xml" ContentType="application/vnd.openxmlformats-officedocument.theme+xml"/>
  <Override PartName="/ppt/tags/tag121.xml" ContentType="application/vnd.openxmlformats-officedocument.presentationml.tags+xml"/>
  <Override PartName="/ppt/theme/theme3.xml" ContentType="application/vnd.openxmlformats-officedocument.theme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notesSlides/notesSlide1.xml" ContentType="application/vnd.openxmlformats-officedocument.presentationml.notesSlide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notesSlides/notesSlide2.xml" ContentType="application/vnd.openxmlformats-officedocument.presentationml.notesSlide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notesSlides/notesSlide3.xml" ContentType="application/vnd.openxmlformats-officedocument.presentationml.notesSlide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notesSlides/notesSlide4.xml" ContentType="application/vnd.openxmlformats-officedocument.presentationml.notesSlide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notesSlides/notesSlide5.xml" ContentType="application/vnd.openxmlformats-officedocument.presentationml.notesSlide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notesSlides/notesSlide6.xml" ContentType="application/vnd.openxmlformats-officedocument.presentationml.notesSlide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notesSlides/notesSlide7.xml" ContentType="application/vnd.openxmlformats-officedocument.presentationml.notesSlide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notesSlides/notesSlide8.xml" ContentType="application/vnd.openxmlformats-officedocument.presentationml.notesSlide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notesSlides/notesSlide9.xml" ContentType="application/vnd.openxmlformats-officedocument.presentationml.notesSlide+xml"/>
  <Override PartName="/ppt/tags/tag14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5578" r:id="rId5"/>
  </p:sldMasterIdLst>
  <p:notesMasterIdLst>
    <p:notesMasterId r:id="rId56"/>
  </p:notesMasterIdLst>
  <p:handoutMasterIdLst>
    <p:handoutMasterId r:id="rId57"/>
  </p:handoutMasterIdLst>
  <p:sldIdLst>
    <p:sldId id="256" r:id="rId6"/>
    <p:sldId id="357" r:id="rId7"/>
    <p:sldId id="385" r:id="rId8"/>
    <p:sldId id="386" r:id="rId9"/>
    <p:sldId id="466" r:id="rId10"/>
    <p:sldId id="523" r:id="rId11"/>
    <p:sldId id="524" r:id="rId12"/>
    <p:sldId id="525" r:id="rId13"/>
    <p:sldId id="526" r:id="rId14"/>
    <p:sldId id="541" r:id="rId15"/>
    <p:sldId id="542" r:id="rId16"/>
    <p:sldId id="543" r:id="rId17"/>
    <p:sldId id="544" r:id="rId18"/>
    <p:sldId id="545" r:id="rId19"/>
    <p:sldId id="546" r:id="rId20"/>
    <p:sldId id="527" r:id="rId21"/>
    <p:sldId id="528" r:id="rId22"/>
    <p:sldId id="547" r:id="rId23"/>
    <p:sldId id="548" r:id="rId24"/>
    <p:sldId id="549" r:id="rId25"/>
    <p:sldId id="550" r:id="rId26"/>
    <p:sldId id="460" r:id="rId27"/>
    <p:sldId id="507" r:id="rId28"/>
    <p:sldId id="529" r:id="rId29"/>
    <p:sldId id="530" r:id="rId30"/>
    <p:sldId id="531" r:id="rId31"/>
    <p:sldId id="532" r:id="rId32"/>
    <p:sldId id="461" r:id="rId33"/>
    <p:sldId id="514" r:id="rId34"/>
    <p:sldId id="534" r:id="rId35"/>
    <p:sldId id="535" r:id="rId36"/>
    <p:sldId id="536" r:id="rId37"/>
    <p:sldId id="537" r:id="rId38"/>
    <p:sldId id="551" r:id="rId39"/>
    <p:sldId id="552" r:id="rId40"/>
    <p:sldId id="553" r:id="rId41"/>
    <p:sldId id="555" r:id="rId42"/>
    <p:sldId id="554" r:id="rId43"/>
    <p:sldId id="556" r:id="rId44"/>
    <p:sldId id="465" r:id="rId45"/>
    <p:sldId id="417" r:id="rId46"/>
    <p:sldId id="538" r:id="rId47"/>
    <p:sldId id="539" r:id="rId48"/>
    <p:sldId id="540" r:id="rId49"/>
    <p:sldId id="488" r:id="rId50"/>
    <p:sldId id="425" r:id="rId51"/>
    <p:sldId id="557" r:id="rId52"/>
    <p:sldId id="426" r:id="rId53"/>
    <p:sldId id="427" r:id="rId54"/>
    <p:sldId id="491" r:id="rId55"/>
  </p:sldIdLst>
  <p:sldSz cx="12192000" cy="6858000"/>
  <p:notesSz cx="7010400" cy="9296400"/>
  <p:custShowLst>
    <p:custShow name="Format Guide Workshop" id="0">
      <p:sldLst/>
    </p:custShow>
  </p:custShowLst>
  <p:custDataLst>
    <p:tags r:id="rId5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2C2C"/>
    <a:srgbClr val="010103"/>
    <a:srgbClr val="273470"/>
    <a:srgbClr val="F2F2F2"/>
    <a:srgbClr val="273370"/>
    <a:srgbClr val="C8C8C8"/>
    <a:srgbClr val="BABABA"/>
    <a:srgbClr val="8C8C8C"/>
    <a:srgbClr val="2C397C"/>
    <a:srgbClr val="3343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897" autoAdjust="0"/>
    <p:restoredTop sz="96323" autoAdjust="0"/>
  </p:normalViewPr>
  <p:slideViewPr>
    <p:cSldViewPr snapToGrid="0">
      <p:cViewPr>
        <p:scale>
          <a:sx n="66" d="100"/>
          <a:sy n="66" d="100"/>
        </p:scale>
        <p:origin x="330" y="18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75" d="100"/>
          <a:sy n="75" d="100"/>
        </p:scale>
        <p:origin x="2574" y="44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tags" Target="tags/tag1.xml"/><Relationship Id="rId5" Type="http://schemas.openxmlformats.org/officeDocument/2006/relationships/slideMaster" Target="slideMasters/slideMaster1.xml"/><Relationship Id="rId61" Type="http://schemas.openxmlformats.org/officeDocument/2006/relationships/theme" Target="theme/theme1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presProps" Target="pres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4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5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6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6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6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6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6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6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7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7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7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7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7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8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8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8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122.xm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3"/>
            <a:ext cx="3037840" cy="466435"/>
          </a:xfrm>
          <a:prstGeom prst="rect">
            <a:avLst/>
          </a:prstGeom>
        </p:spPr>
        <p:txBody>
          <a:bodyPr vert="horz" lIns="93176" tIns="46588" rIns="93176" bIns="46588" rtlCol="0"/>
          <a:lstStyle>
            <a:lvl1pPr algn="l">
              <a:defRPr sz="1200"/>
            </a:lvl1pPr>
          </a:lstStyle>
          <a:p>
            <a:endParaRPr lang="en-US" sz="800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41" y="3"/>
            <a:ext cx="3037840" cy="466435"/>
          </a:xfrm>
          <a:prstGeom prst="rect">
            <a:avLst/>
          </a:prstGeom>
        </p:spPr>
        <p:txBody>
          <a:bodyPr vert="horz" lIns="93176" tIns="46588" rIns="93176" bIns="46588" rtlCol="0"/>
          <a:lstStyle>
            <a:lvl1pPr algn="r">
              <a:defRPr sz="1200"/>
            </a:lvl1pPr>
          </a:lstStyle>
          <a:p>
            <a:fld id="{57691E93-EF64-46CC-85E2-BBB5BEDB9501}" type="datetimeFigureOut">
              <a:rPr lang="en-US" sz="800">
                <a:latin typeface="Arial" panose="020B0604020202020204" pitchFamily="34" charset="0"/>
              </a:rPr>
              <a:t>5/29/2026</a:t>
            </a:fld>
            <a:endParaRPr lang="en-US" sz="800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  <p:custDataLst>
              <p:tags r:id="rId2"/>
            </p:custDataLst>
          </p:nvPr>
        </p:nvSpPr>
        <p:spPr>
          <a:xfrm>
            <a:off x="0" y="8829970"/>
            <a:ext cx="7010400" cy="466434"/>
          </a:xfrm>
          <a:prstGeom prst="rect">
            <a:avLst/>
          </a:prstGeom>
        </p:spPr>
        <p:txBody>
          <a:bodyPr vert="horz" lIns="93176" tIns="46588" rIns="93176" bIns="46588" rtlCol="0" anchor="b"/>
          <a:lstStyle>
            <a:lvl1pPr algn="l">
              <a:defRPr sz="1200"/>
            </a:lvl1pPr>
          </a:lstStyle>
          <a:p>
            <a:pPr algn="ctr"/>
            <a:r>
              <a:rPr lang="ar-SA" sz="800">
                <a:solidFill>
                  <a:srgbClr val="06C258"/>
                </a:solidFill>
                <a:latin typeface="Calibri" panose="020F0502020204030204" pitchFamily="34" charset="0"/>
              </a:rPr>
              <a:t>عام</a:t>
            </a:r>
            <a:endParaRPr lang="en-US" sz="800" dirty="0">
              <a:solidFill>
                <a:srgbClr val="06C258"/>
              </a:solidFill>
              <a:latin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41" y="8829970"/>
            <a:ext cx="3037840" cy="466434"/>
          </a:xfrm>
          <a:prstGeom prst="rect">
            <a:avLst/>
          </a:prstGeom>
        </p:spPr>
        <p:txBody>
          <a:bodyPr vert="horz" lIns="93176" tIns="46588" rIns="93176" bIns="46588" rtlCol="0" anchor="b"/>
          <a:lstStyle>
            <a:lvl1pPr algn="r">
              <a:defRPr sz="1200"/>
            </a:lvl1pPr>
          </a:lstStyle>
          <a:p>
            <a:fld id="{3DCECA85-2A7A-423F-89EA-6868CB52DF19}" type="slidenum">
              <a:rPr lang="en-US" sz="800">
                <a:latin typeface="Arial" panose="020B0604020202020204" pitchFamily="34" charset="0"/>
              </a:rPr>
              <a:t>‹#›</a:t>
            </a:fld>
            <a:endParaRPr lang="en-US" sz="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937759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121.xm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/>
          <p:cNvSpPr/>
          <p:nvPr/>
        </p:nvSpPr>
        <p:spPr>
          <a:xfrm>
            <a:off x="1" y="4439529"/>
            <a:ext cx="7008778" cy="48568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3176" tIns="46588" rIns="93176" bIns="46588" rtlCol="0" anchor="ctr"/>
          <a:lstStyle/>
          <a:p>
            <a:pPr algn="ctr"/>
            <a:endParaRPr lang="en-US" dirty="0">
              <a:latin typeface="Arial" panose="020B0604020202020204" pitchFamily="34" charset="0"/>
              <a:ea typeface="+mn-ea"/>
              <a:cs typeface="+mn-cs"/>
              <a:sym typeface="+mn-lt"/>
            </a:endParaRPr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83143" y="3"/>
            <a:ext cx="2954699" cy="466435"/>
          </a:xfrm>
          <a:prstGeom prst="rect">
            <a:avLst/>
          </a:prstGeom>
        </p:spPr>
        <p:txBody>
          <a:bodyPr vert="horz" lIns="93176" tIns="46588" rIns="93176" bIns="46588" rtlCol="0"/>
          <a:lstStyle>
            <a:lvl1pPr algn="l">
              <a:defRPr sz="14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65100" y="579438"/>
            <a:ext cx="6662738" cy="3748087"/>
          </a:xfrm>
          <a:prstGeom prst="rect">
            <a:avLst/>
          </a:prstGeom>
          <a:noFill/>
          <a:ln w="9525">
            <a:solidFill>
              <a:schemeClr val="bg2"/>
            </a:solidFill>
          </a:ln>
        </p:spPr>
        <p:txBody>
          <a:bodyPr vert="horz" lIns="93176" tIns="46588" rIns="93176" bIns="46588" rtlCol="0" anchor="ctr"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  <p:custDataLst>
              <p:tags r:id="rId2"/>
            </p:custDataLst>
          </p:nvPr>
        </p:nvSpPr>
        <p:spPr>
          <a:xfrm>
            <a:off x="0" y="8801208"/>
            <a:ext cx="7010400" cy="466434"/>
          </a:xfrm>
          <a:prstGeom prst="rect">
            <a:avLst/>
          </a:prstGeom>
        </p:spPr>
        <p:txBody>
          <a:bodyPr vert="horz" lIns="93176" tIns="46588" rIns="93176" bIns="46588" rtlCol="0" anchor="b"/>
          <a:lstStyle>
            <a:lvl1pPr algn="ctr">
              <a:defRPr lang="ar-SA" sz="800" b="0" i="0" u="none">
                <a:solidFill>
                  <a:srgbClr val="06C258"/>
                </a:solidFill>
                <a:latin typeface="Calibri" panose="020F0502020204030204" pitchFamily="34" charset="0"/>
              </a:defRPr>
            </a:lvl1pPr>
          </a:lstStyle>
          <a:p>
            <a:r>
              <a:rPr lang="ar-SA"/>
              <a:t>عام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40" y="8801208"/>
            <a:ext cx="2945302" cy="466434"/>
          </a:xfrm>
          <a:prstGeom prst="rect">
            <a:avLst/>
          </a:prstGeom>
        </p:spPr>
        <p:txBody>
          <a:bodyPr vert="horz" lIns="93176" tIns="46588" rIns="93176" bIns="46588" rtlCol="0" anchor="b"/>
          <a:lstStyle>
            <a:lvl1pPr algn="r">
              <a:defRPr sz="14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US" dirty="0">
                <a:latin typeface="Arial" panose="020B0604020202020204" pitchFamily="34" charset="0"/>
              </a:rPr>
              <a:t>Notes view: </a:t>
            </a:r>
            <a:fld id="{128CEAFE-FA94-43E5-B0FF-D47E1CCDD1B4}" type="slidenum">
              <a:rPr lang="en-US" smtClean="0">
                <a:latin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61772" y="4745447"/>
            <a:ext cx="6469091" cy="3793564"/>
          </a:xfrm>
          <a:prstGeom prst="rect">
            <a:avLst/>
          </a:prstGeom>
        </p:spPr>
        <p:txBody>
          <a:bodyPr vert="horz" lIns="93176" tIns="46588" rIns="93176" bIns="46588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3971172" y="0"/>
            <a:ext cx="3037627" cy="466578"/>
          </a:xfrm>
          <a:prstGeom prst="rect">
            <a:avLst/>
          </a:prstGeom>
        </p:spPr>
        <p:txBody>
          <a:bodyPr vert="horz" lIns="92117" tIns="46058" rIns="92117" bIns="46058" rtlCol="0"/>
          <a:lstStyle>
            <a:lvl1pPr algn="r">
              <a:defRPr sz="12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fld id="{F2C7CF5F-7CF3-4DF3-838A-EE34544862CC}" type="datetimeFigureOut">
              <a:rPr lang="en-US" smtClean="0">
                <a:latin typeface="Arial" panose="020B0604020202020204" pitchFamily="34" charset="0"/>
              </a:rPr>
              <a:pPr/>
              <a:t>5/29/2026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3362221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defTabSz="914400" rtl="0" eaLnBrk="1" latinLnBrk="0" hangingPunct="1">
      <a:spcAft>
        <a:spcPts val="600"/>
      </a:spcAft>
      <a:buFont typeface="Arial" panose="020B0604020202020204" pitchFamily="34" charset="0"/>
      <a:buChar char="​"/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  <a:sym typeface="Arial" panose="020B0604020202020204" pitchFamily="34" charset="0"/>
      </a:defRPr>
    </a:lvl1pPr>
    <a:lvl2pPr marL="114300" indent="-114300" algn="l" defTabSz="914400" rtl="0" eaLnBrk="1" latinLnBrk="0" hangingPunct="1">
      <a:spcAft>
        <a:spcPts val="6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  <a:sym typeface="Arial" panose="020B0604020202020204" pitchFamily="34" charset="0"/>
      </a:defRPr>
    </a:lvl2pPr>
    <a:lvl3pPr marL="228600" indent="-114300" algn="l" defTabSz="914400" rtl="0" eaLnBrk="1" latinLnBrk="0" hangingPunct="1">
      <a:spcAft>
        <a:spcPts val="600"/>
      </a:spcAft>
      <a:buClr>
        <a:schemeClr val="tx2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  <a:sym typeface="Arial" panose="020B0604020202020204" pitchFamily="34" charset="0"/>
      </a:defRPr>
    </a:lvl3pPr>
    <a:lvl4pPr marL="514350" indent="-114300" algn="l" defTabSz="914400" rtl="0" eaLnBrk="1" latinLnBrk="0" hangingPunct="1">
      <a:spcAft>
        <a:spcPts val="600"/>
      </a:spcAft>
      <a:buFont typeface="Arial" panose="020B0604020202020204" pitchFamily="34" charset="0"/>
      <a:buChar char="•"/>
      <a:defRPr sz="1000" kern="1200">
        <a:solidFill>
          <a:schemeClr val="tx1"/>
        </a:solidFill>
        <a:latin typeface="Arial" panose="020B0604020202020204" pitchFamily="34" charset="0"/>
        <a:ea typeface="+mn-ea"/>
        <a:cs typeface="+mn-cs"/>
        <a:sym typeface="Arial" panose="020B0604020202020204" pitchFamily="34" charset="0"/>
      </a:defRPr>
    </a:lvl4pPr>
    <a:lvl5pPr marL="685800" indent="-114300" algn="l" defTabSz="914400" rtl="0" eaLnBrk="1" latinLnBrk="0" hangingPunct="1">
      <a:spcAft>
        <a:spcPts val="600"/>
      </a:spcAft>
      <a:buClr>
        <a:schemeClr val="tx2"/>
      </a:buClr>
      <a:buFont typeface="Arial" panose="020B0604020202020204" pitchFamily="34" charset="0"/>
      <a:buChar char="•"/>
      <a:defRPr sz="1000" i="1" kern="1200">
        <a:solidFill>
          <a:schemeClr val="tx1"/>
        </a:solidFill>
        <a:latin typeface="Arial" panose="020B0604020202020204" pitchFamily="34" charset="0"/>
        <a:ea typeface="+mn-ea"/>
        <a:cs typeface="+mn-cs"/>
        <a:sym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929" userDrawn="1">
          <p15:clr>
            <a:srgbClr val="F26B43"/>
          </p15:clr>
        </p15:guide>
        <p15:guide id="2" pos="2208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24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26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28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30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32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34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36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38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عنصر نائب للرأس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ar-SA"/>
              <a:t>عام</a:t>
            </a: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</a:rPr>
              <a:t>Notes view: </a:t>
            </a:r>
            <a:fld id="{128CEAFE-FA94-43E5-B0FF-D47E1CCDD1B4}" type="slidenum">
              <a:rPr lang="en-US" smtClean="0">
                <a:latin typeface="Arial" panose="020B0604020202020204" pitchFamily="34" charset="0"/>
              </a:rPr>
              <a:pPr/>
              <a:t>0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2971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عنصر نائب للرأس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ar-SA"/>
              <a:t>عام</a:t>
            </a: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</a:rPr>
              <a:t>Notes view: </a:t>
            </a:r>
            <a:fld id="{128CEAFE-FA94-43E5-B0FF-D47E1CCDD1B4}" type="slidenum">
              <a:rPr lang="en-US" smtClean="0">
                <a:latin typeface="Arial" panose="020B0604020202020204" pitchFamily="34" charset="0"/>
              </a:rPr>
              <a:pPr/>
              <a:t>1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37905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عنصر نائب للرأس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ar-SA"/>
              <a:t>عام</a:t>
            </a: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</a:rPr>
              <a:t>Notes view: </a:t>
            </a:r>
            <a:fld id="{128CEAFE-FA94-43E5-B0FF-D47E1CCDD1B4}" type="slidenum">
              <a:rPr lang="en-US" smtClean="0">
                <a:latin typeface="Arial" panose="020B0604020202020204" pitchFamily="34" charset="0"/>
              </a:rPr>
              <a:pPr/>
              <a:t>2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09862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عنصر نائب للرأس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ar-SA"/>
              <a:t>عام</a:t>
            </a: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</a:rPr>
              <a:t>Notes view: </a:t>
            </a:r>
            <a:fld id="{128CEAFE-FA94-43E5-B0FF-D47E1CCDD1B4}" type="slidenum">
              <a:rPr lang="en-US" smtClean="0">
                <a:latin typeface="Arial" panose="020B0604020202020204" pitchFamily="34" charset="0"/>
              </a:rPr>
              <a:pPr/>
              <a:t>3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3883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عنصر نائب للرأس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ar-SA"/>
              <a:t>عام</a:t>
            </a: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</a:rPr>
              <a:t>Notes view: </a:t>
            </a:r>
            <a:fld id="{128CEAFE-FA94-43E5-B0FF-D47E1CCDD1B4}" type="slidenum">
              <a:rPr lang="en-US" smtClean="0">
                <a:latin typeface="Arial" panose="020B0604020202020204" pitchFamily="34" charset="0"/>
              </a:rPr>
              <a:pPr/>
              <a:t>21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9217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عنصر نائب للرأس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ar-SA"/>
              <a:t>عام</a:t>
            </a: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</a:rPr>
              <a:t>Notes view: </a:t>
            </a:r>
            <a:fld id="{128CEAFE-FA94-43E5-B0FF-D47E1CCDD1B4}" type="slidenum">
              <a:rPr lang="en-US" smtClean="0">
                <a:latin typeface="Arial" panose="020B0604020202020204" pitchFamily="34" charset="0"/>
              </a:rPr>
              <a:pPr/>
              <a:t>27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21613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عنصر نائب للرأس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ar-SA"/>
              <a:t>عام</a:t>
            </a: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</a:rPr>
              <a:t>Notes view: </a:t>
            </a:r>
            <a:fld id="{128CEAFE-FA94-43E5-B0FF-D47E1CCDD1B4}" type="slidenum">
              <a:rPr lang="en-US" smtClean="0">
                <a:latin typeface="Arial" panose="020B0604020202020204" pitchFamily="34" charset="0"/>
              </a:rPr>
              <a:pPr/>
              <a:t>39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88237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عنصر نائب للرأس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ar-SA"/>
              <a:t>عام</a:t>
            </a: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</a:rPr>
              <a:t>Notes view: </a:t>
            </a:r>
            <a:fld id="{128CEAFE-FA94-43E5-B0FF-D47E1CCDD1B4}" type="slidenum">
              <a:rPr lang="en-US" smtClean="0">
                <a:latin typeface="Arial" panose="020B0604020202020204" pitchFamily="34" charset="0"/>
              </a:rPr>
              <a:pPr/>
              <a:t>44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45005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عنصر نائب للرأس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ar-SA"/>
              <a:t>عام</a:t>
            </a: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</a:rPr>
              <a:t>Notes view: </a:t>
            </a:r>
            <a:fld id="{128CEAFE-FA94-43E5-B0FF-D47E1CCDD1B4}" type="slidenum">
              <a:rPr lang="en-US" smtClean="0">
                <a:latin typeface="Arial" panose="020B0604020202020204" pitchFamily="34" charset="0"/>
              </a:rPr>
              <a:pPr/>
              <a:t>49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6173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3" Type="http://schemas.openxmlformats.org/officeDocument/2006/relationships/tags" Target="../tags/tag5.xml"/><Relationship Id="rId7" Type="http://schemas.openxmlformats.org/officeDocument/2006/relationships/image" Target="../media/image4.png"/><Relationship Id="rId2" Type="http://schemas.openxmlformats.org/officeDocument/2006/relationships/tags" Target="../tags/tag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4.png"/><Relationship Id="rId2" Type="http://schemas.openxmlformats.org/officeDocument/2006/relationships/tags" Target="../tags/tag6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9.xml"/><Relationship Id="rId7" Type="http://schemas.openxmlformats.org/officeDocument/2006/relationships/image" Target="../media/image4.png"/><Relationship Id="rId2" Type="http://schemas.openxmlformats.org/officeDocument/2006/relationships/tags" Target="../tags/tag8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4.bin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5.bin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6.bin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7.bin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8.bin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9.bin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0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0.bin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image" Target="../media/image8.png"/><Relationship Id="rId2" Type="http://schemas.openxmlformats.org/officeDocument/2006/relationships/tags" Target="../tags/tag24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11.bin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7" Type="http://schemas.openxmlformats.org/officeDocument/2006/relationships/image" Target="../media/image8.png"/><Relationship Id="rId2" Type="http://schemas.openxmlformats.org/officeDocument/2006/relationships/tags" Target="../tags/tag26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12.bin"/><Relationship Id="rId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29.xml"/><Relationship Id="rId7" Type="http://schemas.openxmlformats.org/officeDocument/2006/relationships/image" Target="../media/image8.png"/><Relationship Id="rId2" Type="http://schemas.openxmlformats.org/officeDocument/2006/relationships/tags" Target="../tags/tag28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13.bin"/><Relationship Id="rId4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31.xml"/><Relationship Id="rId7" Type="http://schemas.openxmlformats.org/officeDocument/2006/relationships/image" Target="../media/image8.png"/><Relationship Id="rId2" Type="http://schemas.openxmlformats.org/officeDocument/2006/relationships/tags" Target="../tags/tag30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14.bin"/><Relationship Id="rId4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33.xml"/><Relationship Id="rId7" Type="http://schemas.openxmlformats.org/officeDocument/2006/relationships/image" Target="../media/image8.png"/><Relationship Id="rId2" Type="http://schemas.openxmlformats.org/officeDocument/2006/relationships/tags" Target="../tags/tag3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15.bin"/><Relationship Id="rId4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7" Type="http://schemas.openxmlformats.org/officeDocument/2006/relationships/image" Target="../media/image9.png"/><Relationship Id="rId2" Type="http://schemas.openxmlformats.org/officeDocument/2006/relationships/tags" Target="../tags/tag34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16.bin"/><Relationship Id="rId4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37.xml"/><Relationship Id="rId7" Type="http://schemas.openxmlformats.org/officeDocument/2006/relationships/image" Target="../media/image10.png"/><Relationship Id="rId2" Type="http://schemas.openxmlformats.org/officeDocument/2006/relationships/tags" Target="../tags/tag36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17.bin"/><Relationship Id="rId4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8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2.png"/><Relationship Id="rId5" Type="http://schemas.openxmlformats.org/officeDocument/2006/relationships/image" Target="../media/image11.emf"/><Relationship Id="rId4" Type="http://schemas.openxmlformats.org/officeDocument/2006/relationships/oleObject" Target="../embeddings/oleObject10.bin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png"/><Relationship Id="rId2" Type="http://schemas.openxmlformats.org/officeDocument/2006/relationships/tags" Target="../tags/tag39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0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0.bin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7" Type="http://schemas.openxmlformats.org/officeDocument/2006/relationships/image" Target="../media/image9.png"/><Relationship Id="rId2" Type="http://schemas.openxmlformats.org/officeDocument/2006/relationships/tags" Target="../tags/tag40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18.bin"/><Relationship Id="rId4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43.xml"/><Relationship Id="rId7" Type="http://schemas.openxmlformats.org/officeDocument/2006/relationships/image" Target="../media/image10.png"/><Relationship Id="rId2" Type="http://schemas.openxmlformats.org/officeDocument/2006/relationships/tags" Target="../tags/tag4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19.bin"/><Relationship Id="rId4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image" Target="../media/image9.png"/><Relationship Id="rId2" Type="http://schemas.openxmlformats.org/officeDocument/2006/relationships/tags" Target="../tags/tag44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0.bin"/><Relationship Id="rId4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47.xml"/><Relationship Id="rId7" Type="http://schemas.openxmlformats.org/officeDocument/2006/relationships/image" Target="../media/image10.png"/><Relationship Id="rId2" Type="http://schemas.openxmlformats.org/officeDocument/2006/relationships/tags" Target="../tags/tag46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1.bin"/><Relationship Id="rId4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2.bin"/><Relationship Id="rId4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3.bin"/><Relationship Id="rId4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3.png"/><Relationship Id="rId5" Type="http://schemas.openxmlformats.org/officeDocument/2006/relationships/image" Target="../media/image11.emf"/><Relationship Id="rId4" Type="http://schemas.openxmlformats.org/officeDocument/2006/relationships/oleObject" Target="../embeddings/oleObject10.bin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4.bin"/><Relationship Id="rId4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5.xml"/><Relationship Id="rId1" Type="http://schemas.openxmlformats.org/officeDocument/2006/relationships/vmlDrawing" Target="../drawings/vmlDrawing30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0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6.xml"/><Relationship Id="rId1" Type="http://schemas.openxmlformats.org/officeDocument/2006/relationships/vmlDrawing" Target="../drawings/vmlDrawing31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0.bin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7.xml"/><Relationship Id="rId1" Type="http://schemas.openxmlformats.org/officeDocument/2006/relationships/vmlDrawing" Target="../drawings/vmlDrawing32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0.bin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5.jpg"/><Relationship Id="rId2" Type="http://schemas.openxmlformats.org/officeDocument/2006/relationships/tags" Target="../tags/tag58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4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10.bin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9.xml"/><Relationship Id="rId1" Type="http://schemas.openxmlformats.org/officeDocument/2006/relationships/vmlDrawing" Target="../drawings/vmlDrawing34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0.bin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3" Type="http://schemas.openxmlformats.org/officeDocument/2006/relationships/tags" Target="../tags/tag61.xml"/><Relationship Id="rId7" Type="http://schemas.openxmlformats.org/officeDocument/2006/relationships/image" Target="../media/image4.png"/><Relationship Id="rId2" Type="http://schemas.openxmlformats.org/officeDocument/2006/relationships/tags" Target="../tags/tag60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4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5.bin"/><Relationship Id="rId4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6.bin"/><Relationship Id="rId4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7.bin"/><Relationship Id="rId4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8.bin"/><Relationship Id="rId4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9.bin"/><Relationship Id="rId4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tags" Target="../tags/tag73.xml"/><Relationship Id="rId7" Type="http://schemas.openxmlformats.org/officeDocument/2006/relationships/image" Target="../media/image8.png"/><Relationship Id="rId2" Type="http://schemas.openxmlformats.org/officeDocument/2006/relationships/tags" Target="../tags/tag72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30.bin"/><Relationship Id="rId4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7" Type="http://schemas.openxmlformats.org/officeDocument/2006/relationships/image" Target="../media/image8.png"/><Relationship Id="rId2" Type="http://schemas.openxmlformats.org/officeDocument/2006/relationships/tags" Target="../tags/tag74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31.bin"/><Relationship Id="rId4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tags" Target="../tags/tag77.xml"/><Relationship Id="rId7" Type="http://schemas.openxmlformats.org/officeDocument/2006/relationships/image" Target="../media/image8.png"/><Relationship Id="rId2" Type="http://schemas.openxmlformats.org/officeDocument/2006/relationships/tags" Target="../tags/tag76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32.bin"/><Relationship Id="rId4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79.xml"/><Relationship Id="rId7" Type="http://schemas.openxmlformats.org/officeDocument/2006/relationships/image" Target="../media/image8.png"/><Relationship Id="rId2" Type="http://schemas.openxmlformats.org/officeDocument/2006/relationships/tags" Target="../tags/tag78.xml"/><Relationship Id="rId1" Type="http://schemas.openxmlformats.org/officeDocument/2006/relationships/vmlDrawing" Target="../drawings/vmlDrawing44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33.bin"/><Relationship Id="rId4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png"/><Relationship Id="rId2" Type="http://schemas.openxmlformats.org/officeDocument/2006/relationships/tags" Target="../tags/tag80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8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0.bin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png"/><Relationship Id="rId2" Type="http://schemas.openxmlformats.org/officeDocument/2006/relationships/tags" Target="../tags/tag81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8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0.bin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tags" Target="../tags/tag83.xml"/><Relationship Id="rId7" Type="http://schemas.openxmlformats.org/officeDocument/2006/relationships/image" Target="../media/image9.png"/><Relationship Id="rId2" Type="http://schemas.openxmlformats.org/officeDocument/2006/relationships/tags" Target="../tags/tag82.xml"/><Relationship Id="rId1" Type="http://schemas.openxmlformats.org/officeDocument/2006/relationships/vmlDrawing" Target="../drawings/vmlDrawing47.v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34.bin"/><Relationship Id="rId4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85.xml"/><Relationship Id="rId7" Type="http://schemas.openxmlformats.org/officeDocument/2006/relationships/image" Target="../media/image10.png"/><Relationship Id="rId2" Type="http://schemas.openxmlformats.org/officeDocument/2006/relationships/tags" Target="../tags/tag84.xml"/><Relationship Id="rId1" Type="http://schemas.openxmlformats.org/officeDocument/2006/relationships/vmlDrawing" Target="../drawings/vmlDrawing48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35.bin"/><Relationship Id="rId4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tags" Target="../tags/tag87.xml"/><Relationship Id="rId7" Type="http://schemas.openxmlformats.org/officeDocument/2006/relationships/image" Target="../media/image12.png"/><Relationship Id="rId2" Type="http://schemas.openxmlformats.org/officeDocument/2006/relationships/tags" Target="../tags/tag86.xml"/><Relationship Id="rId1" Type="http://schemas.openxmlformats.org/officeDocument/2006/relationships/vmlDrawing" Target="../drawings/vmlDrawing49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36.bin"/><Relationship Id="rId4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png"/><Relationship Id="rId2" Type="http://schemas.openxmlformats.org/officeDocument/2006/relationships/tags" Target="../tags/tag88.xml"/><Relationship Id="rId1" Type="http://schemas.openxmlformats.org/officeDocument/2006/relationships/vmlDrawing" Target="../drawings/vmlDrawing50.vml"/><Relationship Id="rId6" Type="http://schemas.openxmlformats.org/officeDocument/2006/relationships/image" Target="../media/image10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0.bin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tags" Target="../tags/tag90.xml"/><Relationship Id="rId7" Type="http://schemas.openxmlformats.org/officeDocument/2006/relationships/image" Target="../media/image9.png"/><Relationship Id="rId2" Type="http://schemas.openxmlformats.org/officeDocument/2006/relationships/tags" Target="../tags/tag89.xml"/><Relationship Id="rId1" Type="http://schemas.openxmlformats.org/officeDocument/2006/relationships/vmlDrawing" Target="../drawings/vmlDrawing51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37.bin"/><Relationship Id="rId4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92.xml"/><Relationship Id="rId7" Type="http://schemas.openxmlformats.org/officeDocument/2006/relationships/image" Target="../media/image10.png"/><Relationship Id="rId2" Type="http://schemas.openxmlformats.org/officeDocument/2006/relationships/tags" Target="../tags/tag91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38.bin"/><Relationship Id="rId4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tags" Target="../tags/tag94.xml"/><Relationship Id="rId7" Type="http://schemas.openxmlformats.org/officeDocument/2006/relationships/image" Target="../media/image9.png"/><Relationship Id="rId2" Type="http://schemas.openxmlformats.org/officeDocument/2006/relationships/tags" Target="../tags/tag93.xml"/><Relationship Id="rId1" Type="http://schemas.openxmlformats.org/officeDocument/2006/relationships/vmlDrawing" Target="../drawings/vmlDrawing53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39.bin"/><Relationship Id="rId4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96.xml"/><Relationship Id="rId7" Type="http://schemas.openxmlformats.org/officeDocument/2006/relationships/image" Target="../media/image10.png"/><Relationship Id="rId2" Type="http://schemas.openxmlformats.org/officeDocument/2006/relationships/tags" Target="../tags/tag95.xml"/><Relationship Id="rId1" Type="http://schemas.openxmlformats.org/officeDocument/2006/relationships/vmlDrawing" Target="../drawings/vmlDrawing54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40.bin"/><Relationship Id="rId4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" Type="http://schemas.openxmlformats.org/officeDocument/2006/relationships/vmlDrawing" Target="../drawings/vmlDrawing55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41.bin"/><Relationship Id="rId4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vmlDrawing" Target="../drawings/vmlDrawing56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42.bin"/><Relationship Id="rId4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1.xml"/><Relationship Id="rId1" Type="http://schemas.openxmlformats.org/officeDocument/2006/relationships/vmlDrawing" Target="../drawings/vmlDrawing57.vml"/><Relationship Id="rId6" Type="http://schemas.openxmlformats.org/officeDocument/2006/relationships/image" Target="../media/image13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10.bin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vmlDrawing" Target="../drawings/vmlDrawing58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43.bin"/><Relationship Id="rId4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4.xml"/><Relationship Id="rId1" Type="http://schemas.openxmlformats.org/officeDocument/2006/relationships/vmlDrawing" Target="../drawings/vmlDrawing59.vml"/><Relationship Id="rId6" Type="http://schemas.openxmlformats.org/officeDocument/2006/relationships/image" Target="../media/image9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0.bin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5.xml"/><Relationship Id="rId1" Type="http://schemas.openxmlformats.org/officeDocument/2006/relationships/vmlDrawing" Target="../drawings/vmlDrawing60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0.bin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6.xml"/><Relationship Id="rId1" Type="http://schemas.openxmlformats.org/officeDocument/2006/relationships/vmlDrawing" Target="../drawings/vmlDrawing61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0.bin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7.xml"/><Relationship Id="rId1" Type="http://schemas.openxmlformats.org/officeDocument/2006/relationships/vmlDrawing" Target="../drawings/vmlDrawing62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0.bin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5.jpg"/><Relationship Id="rId2" Type="http://schemas.openxmlformats.org/officeDocument/2006/relationships/tags" Target="../tags/tag108.xml"/><Relationship Id="rId1" Type="http://schemas.openxmlformats.org/officeDocument/2006/relationships/vmlDrawing" Target="../drawings/vmlDrawing63.vml"/><Relationship Id="rId6" Type="http://schemas.openxmlformats.org/officeDocument/2006/relationships/image" Target="../media/image4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10.bin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9.xml"/><Relationship Id="rId1" Type="http://schemas.openxmlformats.org/officeDocument/2006/relationships/vmlDrawing" Target="../drawings/vmlDrawing64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0.bin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vmlDrawing" Target="../drawings/vmlDrawing65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44.bin"/><Relationship Id="rId4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2.xml"/><Relationship Id="rId1" Type="http://schemas.openxmlformats.org/officeDocument/2006/relationships/vmlDrawing" Target="../drawings/vmlDrawing66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5.bin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3.xml"/><Relationship Id="rId1" Type="http://schemas.openxmlformats.org/officeDocument/2006/relationships/vmlDrawing" Target="../drawings/vmlDrawing67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6.bin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png"/><Relationship Id="rId2" Type="http://schemas.openxmlformats.org/officeDocument/2006/relationships/tags" Target="../tags/tag114.xml"/><Relationship Id="rId1" Type="http://schemas.openxmlformats.org/officeDocument/2006/relationships/vmlDrawing" Target="../drawings/vmlDrawing68.v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7.bin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vmlDrawing" Target="../drawings/vmlDrawing69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48.bin"/><Relationship Id="rId4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7.xml"/><Relationship Id="rId1" Type="http://schemas.openxmlformats.org/officeDocument/2006/relationships/vmlDrawing" Target="../drawings/vmlDrawing70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9.bin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8.xml"/><Relationship Id="rId1" Type="http://schemas.openxmlformats.org/officeDocument/2006/relationships/vmlDrawing" Target="../drawings/vmlDrawing71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0.bin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png"/><Relationship Id="rId2" Type="http://schemas.openxmlformats.org/officeDocument/2006/relationships/tags" Target="../tags/tag119.xml"/><Relationship Id="rId1" Type="http://schemas.openxmlformats.org/officeDocument/2006/relationships/vmlDrawing" Target="../drawings/vmlDrawing72.v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1.bin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0.xml"/><Relationship Id="rId1" Type="http://schemas.openxmlformats.org/officeDocument/2006/relationships/vmlDrawing" Target="../drawings/vmlDrawing73.vml"/><Relationship Id="rId6" Type="http://schemas.openxmlformats.org/officeDocument/2006/relationships/image" Target="../media/image9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2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9" name="think-cell Slide" r:id="rId5" imgW="384" imgH="384" progId="TCLayout.ActiveDocument.1">
                  <p:embed/>
                </p:oleObj>
              </mc:Choice>
              <mc:Fallback>
                <p:oleObj name="think-cell Slide" r:id="rId5" imgW="384" imgH="38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4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B1BE9CA4-DAD2-FF48-A729-547A9CF8A2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5325" y="1360173"/>
            <a:ext cx="6700559" cy="1994624"/>
          </a:xfrm>
        </p:spPr>
        <p:txBody>
          <a:bodyPr lIns="0" tIns="0" rIns="0" bIns="0" anchor="b">
            <a:noAutofit/>
          </a:bodyPr>
          <a:lstStyle>
            <a:lvl1pPr algn="l">
              <a:defRPr sz="4400" baseline="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Presentation title goes here</a:t>
            </a:r>
            <a:endParaRPr lang="ar-SA" dirty="0"/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29E3B25C-B170-F241-807D-DB55A4665B0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4" y="3510540"/>
            <a:ext cx="6700560" cy="863751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 goes here</a:t>
            </a:r>
            <a:endParaRPr lang="ar-SA" dirty="0"/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95325" y="4586286"/>
            <a:ext cx="5400675" cy="36512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6" name="Isosceles Triangle 25"/>
          <p:cNvSpPr/>
          <p:nvPr userDrawn="1"/>
        </p:nvSpPr>
        <p:spPr>
          <a:xfrm>
            <a:off x="7395884" y="4078941"/>
            <a:ext cx="4794997" cy="2779059"/>
          </a:xfrm>
          <a:prstGeom prst="triangle">
            <a:avLst>
              <a:gd name="adj" fmla="val 100000"/>
            </a:avLst>
          </a:prstGeom>
          <a:solidFill>
            <a:srgbClr val="FFFFFF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27337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474" y="5563050"/>
            <a:ext cx="2218882" cy="1043490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695323" y="6476827"/>
            <a:ext cx="1465985" cy="259711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800" i="0" dirty="0">
                <a:solidFill>
                  <a:schemeClr val="bg1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SDAIA-F-CRS-100-01-V1</a:t>
            </a:r>
          </a:p>
        </p:txBody>
      </p:sp>
    </p:spTree>
    <p:extLst>
      <p:ext uri="{BB962C8B-B14F-4D97-AF65-F5344CB8AC3E}">
        <p14:creationId xmlns:p14="http://schemas.microsoft.com/office/powerpoint/2010/main" val="1691390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3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4000" b="1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094B86-2BF5-2644-B3BB-28BA66D2D4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2755" y="1713094"/>
            <a:ext cx="5995792" cy="1825668"/>
          </a:xfrm>
        </p:spPr>
        <p:txBody>
          <a:bodyPr lIns="0" tIns="0" rIns="0" bIns="0" anchor="b" anchorCtr="0">
            <a:noAutofit/>
          </a:bodyPr>
          <a:lstStyle>
            <a:lvl1pPr>
              <a:defRPr sz="4000" b="1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Divider title goes here</a:t>
            </a:r>
            <a:endParaRPr lang="ar-SA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E0A0C8C-B0A6-CF46-B293-19E453BECA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2754" y="3793400"/>
            <a:ext cx="5995792" cy="1538599"/>
          </a:xfrm>
        </p:spPr>
        <p:txBody>
          <a:bodyPr lIns="0" tIns="0" rIns="0" bIns="0">
            <a:noAutofit/>
          </a:bodyPr>
          <a:lstStyle>
            <a:lvl1pPr marL="4763" indent="0">
              <a:buNone/>
              <a:tabLst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763" indent="0">
              <a:buNone/>
              <a:tabLst/>
              <a:defRPr>
                <a:solidFill>
                  <a:schemeClr val="tx2"/>
                </a:solidFill>
              </a:defRPr>
            </a:lvl2pPr>
            <a:lvl3pPr marL="4763" indent="0">
              <a:buNone/>
              <a:tabLst/>
              <a:defRPr>
                <a:solidFill>
                  <a:schemeClr val="tx2"/>
                </a:solidFill>
              </a:defRPr>
            </a:lvl3pPr>
            <a:lvl4pPr marL="4763" indent="0">
              <a:buNone/>
              <a:tabLst/>
              <a:defRPr>
                <a:solidFill>
                  <a:schemeClr val="tx2"/>
                </a:solidFill>
              </a:defRPr>
            </a:lvl4pPr>
            <a:lvl5pPr marL="4763" indent="0">
              <a:buNone/>
              <a:tabLst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Divider 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760388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/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7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4000" b="1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094B86-2BF5-2644-B3BB-28BA66D2D4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2755" y="1713094"/>
            <a:ext cx="5995792" cy="1825668"/>
          </a:xfrm>
        </p:spPr>
        <p:txBody>
          <a:bodyPr lIns="0" tIns="0" rIns="0" bIns="0" anchor="b" anchorCtr="0">
            <a:noAutofit/>
          </a:bodyPr>
          <a:lstStyle>
            <a:lvl1pPr>
              <a:defRPr sz="4000" b="1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Divider title goes here</a:t>
            </a:r>
            <a:endParaRPr lang="ar-SA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E0A0C8C-B0A6-CF46-B293-19E453BECA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2754" y="3793400"/>
            <a:ext cx="5995792" cy="1538599"/>
          </a:xfrm>
        </p:spPr>
        <p:txBody>
          <a:bodyPr lIns="0" tIns="0" rIns="0" bIns="0">
            <a:noAutofit/>
          </a:bodyPr>
          <a:lstStyle>
            <a:lvl1pPr marL="4763" indent="0">
              <a:buNone/>
              <a:tabLst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763" indent="0">
              <a:buNone/>
              <a:tabLst/>
              <a:defRPr>
                <a:solidFill>
                  <a:schemeClr val="tx2"/>
                </a:solidFill>
              </a:defRPr>
            </a:lvl2pPr>
            <a:lvl3pPr marL="4763" indent="0">
              <a:buNone/>
              <a:tabLst/>
              <a:defRPr>
                <a:solidFill>
                  <a:schemeClr val="tx2"/>
                </a:solidFill>
              </a:defRPr>
            </a:lvl3pPr>
            <a:lvl4pPr marL="4763" indent="0">
              <a:buNone/>
              <a:tabLst/>
              <a:defRPr>
                <a:solidFill>
                  <a:schemeClr val="tx2"/>
                </a:solidFill>
              </a:defRPr>
            </a:lvl4pPr>
            <a:lvl5pPr marL="4763" indent="0">
              <a:buNone/>
              <a:tabLst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Divider subtitle goes here</a:t>
            </a:r>
          </a:p>
        </p:txBody>
      </p:sp>
      <p:sp>
        <p:nvSpPr>
          <p:cNvPr id="3" name="Isosceles Triangle 2"/>
          <p:cNvSpPr/>
          <p:nvPr userDrawn="1"/>
        </p:nvSpPr>
        <p:spPr>
          <a:xfrm rot="16200000">
            <a:off x="9162691" y="3828690"/>
            <a:ext cx="2078966" cy="3979653"/>
          </a:xfrm>
          <a:prstGeom prst="triangle">
            <a:avLst>
              <a:gd name="adj" fmla="val 0"/>
            </a:avLst>
          </a:prstGeom>
          <a:solidFill>
            <a:srgbClr val="F2F2F2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27337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E3DDE4-8BE6-0A47-ACF4-9A7DDD25AB1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11058525" y="5731103"/>
            <a:ext cx="812166" cy="877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491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1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4400" b="1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 flipH="1">
            <a:off x="3002185" y="-1"/>
            <a:ext cx="9189814" cy="6858000"/>
            <a:chOff x="0" y="-1"/>
            <a:chExt cx="9189814" cy="6858000"/>
          </a:xfrm>
        </p:grpSpPr>
        <p:sp>
          <p:nvSpPr>
            <p:cNvPr id="9" name="Freeform 8"/>
            <p:cNvSpPr>
              <a:spLocks/>
            </p:cNvSpPr>
            <p:nvPr userDrawn="1"/>
          </p:nvSpPr>
          <p:spPr bwMode="auto">
            <a:xfrm flipH="1">
              <a:off x="0" y="-1"/>
              <a:ext cx="9189814" cy="6858000"/>
            </a:xfrm>
            <a:custGeom>
              <a:avLst/>
              <a:gdLst>
                <a:gd name="connsiteX0" fmla="*/ 0 w 9189814"/>
                <a:gd name="connsiteY0" fmla="*/ 0 h 6858000"/>
                <a:gd name="connsiteX1" fmla="*/ 9189814 w 9189814"/>
                <a:gd name="connsiteY1" fmla="*/ 0 h 6858000"/>
                <a:gd name="connsiteX2" fmla="*/ 9189814 w 9189814"/>
                <a:gd name="connsiteY2" fmla="*/ 6858000 h 6858000"/>
                <a:gd name="connsiteX3" fmla="*/ 2191601 w 9189814"/>
                <a:gd name="connsiteY3" fmla="*/ 6858000 h 6858000"/>
                <a:gd name="connsiteX4" fmla="*/ 2550889 w 9189814"/>
                <a:gd name="connsiteY4" fmla="*/ 6643687 h 6858000"/>
                <a:gd name="connsiteX5" fmla="*/ 2548508 w 9189814"/>
                <a:gd name="connsiteY5" fmla="*/ 6207919 h 6858000"/>
                <a:gd name="connsiteX6" fmla="*/ 2181795 w 9189814"/>
                <a:gd name="connsiteY6" fmla="*/ 6003131 h 6858000"/>
                <a:gd name="connsiteX7" fmla="*/ 2922364 w 9189814"/>
                <a:gd name="connsiteY7" fmla="*/ 5572125 h 6858000"/>
                <a:gd name="connsiteX8" fmla="*/ 3303364 w 9189814"/>
                <a:gd name="connsiteY8" fmla="*/ 5788819 h 6858000"/>
                <a:gd name="connsiteX9" fmla="*/ 3670077 w 9189814"/>
                <a:gd name="connsiteY9" fmla="*/ 5557838 h 6858000"/>
                <a:gd name="connsiteX10" fmla="*/ 3660552 w 9189814"/>
                <a:gd name="connsiteY10" fmla="*/ 3855243 h 6858000"/>
                <a:gd name="connsiteX11" fmla="*/ 3293839 w 9189814"/>
                <a:gd name="connsiteY11" fmla="*/ 3633787 h 6858000"/>
                <a:gd name="connsiteX12" fmla="*/ 3286695 w 9189814"/>
                <a:gd name="connsiteY12" fmla="*/ 2783681 h 6858000"/>
                <a:gd name="connsiteX13" fmla="*/ 3662933 w 9189814"/>
                <a:gd name="connsiteY13" fmla="*/ 2571750 h 6858000"/>
                <a:gd name="connsiteX14" fmla="*/ 3658964 w 9189814"/>
                <a:gd name="connsiteY14" fmla="*/ 2143125 h 6858000"/>
                <a:gd name="connsiteX15" fmla="*/ 2563589 w 9189814"/>
                <a:gd name="connsiteY15" fmla="*/ 1485900 h 6858000"/>
                <a:gd name="connsiteX16" fmla="*/ 2195289 w 9189814"/>
                <a:gd name="connsiteY16" fmla="*/ 1708150 h 6858000"/>
                <a:gd name="connsiteX17" fmla="*/ 1820639 w 9189814"/>
                <a:gd name="connsiteY17" fmla="*/ 1479550 h 6858000"/>
                <a:gd name="connsiteX18" fmla="*/ 1817464 w 9189814"/>
                <a:gd name="connsiteY18" fmla="*/ 1057275 h 6858000"/>
                <a:gd name="connsiteX19" fmla="*/ 0 w 9189814"/>
                <a:gd name="connsiteY19" fmla="*/ 0 h 6858000"/>
                <a:gd name="connsiteX20" fmla="*/ 2925539 w 9189814"/>
                <a:gd name="connsiteY20" fmla="*/ 854076 h 6858000"/>
                <a:gd name="connsiteX21" fmla="*/ 2925539 w 9189814"/>
                <a:gd name="connsiteY21" fmla="*/ 1282701 h 6858000"/>
                <a:gd name="connsiteX22" fmla="*/ 3297014 w 9189814"/>
                <a:gd name="connsiteY22" fmla="*/ 1066801 h 6858000"/>
                <a:gd name="connsiteX23" fmla="*/ 2925539 w 9189814"/>
                <a:gd name="connsiteY23" fmla="*/ 854076 h 6858000"/>
                <a:gd name="connsiteX24" fmla="*/ 4033613 w 9189814"/>
                <a:gd name="connsiteY24" fmla="*/ 1925636 h 6858000"/>
                <a:gd name="connsiteX25" fmla="*/ 4033613 w 9189814"/>
                <a:gd name="connsiteY25" fmla="*/ 2784474 h 6858000"/>
                <a:gd name="connsiteX26" fmla="*/ 4405088 w 9189814"/>
                <a:gd name="connsiteY26" fmla="*/ 2571749 h 6858000"/>
                <a:gd name="connsiteX27" fmla="*/ 4405088 w 9189814"/>
                <a:gd name="connsiteY27" fmla="*/ 2138361 h 6858000"/>
                <a:gd name="connsiteX28" fmla="*/ 4033613 w 9189814"/>
                <a:gd name="connsiteY28" fmla="*/ 1925636 h 6858000"/>
                <a:gd name="connsiteX29" fmla="*/ 3668489 w 9189814"/>
                <a:gd name="connsiteY29" fmla="*/ 2997200 h 6858000"/>
                <a:gd name="connsiteX30" fmla="*/ 3668489 w 9189814"/>
                <a:gd name="connsiteY30" fmla="*/ 3425825 h 6858000"/>
                <a:gd name="connsiteX31" fmla="*/ 4039964 w 9189814"/>
                <a:gd name="connsiteY31" fmla="*/ 3209925 h 6858000"/>
                <a:gd name="connsiteX32" fmla="*/ 3668489 w 9189814"/>
                <a:gd name="connsiteY32" fmla="*/ 29972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189814" h="6858000">
                  <a:moveTo>
                    <a:pt x="0" y="0"/>
                  </a:moveTo>
                  <a:lnTo>
                    <a:pt x="9189814" y="0"/>
                  </a:lnTo>
                  <a:lnTo>
                    <a:pt x="9189814" y="6858000"/>
                  </a:lnTo>
                  <a:lnTo>
                    <a:pt x="2191601" y="6858000"/>
                  </a:lnTo>
                  <a:lnTo>
                    <a:pt x="2550889" y="6643687"/>
                  </a:lnTo>
                  <a:cubicBezTo>
                    <a:pt x="2550095" y="6493668"/>
                    <a:pt x="2549302" y="6357938"/>
                    <a:pt x="2548508" y="6207919"/>
                  </a:cubicBezTo>
                  <a:lnTo>
                    <a:pt x="2181795" y="6003131"/>
                  </a:lnTo>
                  <a:lnTo>
                    <a:pt x="2922364" y="5572125"/>
                  </a:lnTo>
                  <a:lnTo>
                    <a:pt x="3303364" y="5788819"/>
                  </a:lnTo>
                  <a:lnTo>
                    <a:pt x="3670077" y="5557838"/>
                  </a:lnTo>
                  <a:cubicBezTo>
                    <a:pt x="3669283" y="4988719"/>
                    <a:pt x="3661346" y="4424362"/>
                    <a:pt x="3660552" y="3855243"/>
                  </a:cubicBezTo>
                  <a:lnTo>
                    <a:pt x="3293839" y="3633787"/>
                  </a:lnTo>
                  <a:cubicBezTo>
                    <a:pt x="3291458" y="3350418"/>
                    <a:pt x="3289076" y="3067050"/>
                    <a:pt x="3286695" y="2783681"/>
                  </a:cubicBezTo>
                  <a:lnTo>
                    <a:pt x="3662933" y="2571750"/>
                  </a:lnTo>
                  <a:lnTo>
                    <a:pt x="3658964" y="2143125"/>
                  </a:lnTo>
                  <a:lnTo>
                    <a:pt x="2563589" y="1485900"/>
                  </a:lnTo>
                  <a:lnTo>
                    <a:pt x="2195289" y="1708150"/>
                  </a:lnTo>
                  <a:lnTo>
                    <a:pt x="1820639" y="1479550"/>
                  </a:lnTo>
                  <a:cubicBezTo>
                    <a:pt x="1819581" y="1336675"/>
                    <a:pt x="1818522" y="1200150"/>
                    <a:pt x="1817464" y="1057275"/>
                  </a:cubicBezTo>
                  <a:lnTo>
                    <a:pt x="0" y="0"/>
                  </a:lnTo>
                  <a:close/>
                  <a:moveTo>
                    <a:pt x="2925539" y="854076"/>
                  </a:moveTo>
                  <a:lnTo>
                    <a:pt x="2925539" y="1282701"/>
                  </a:lnTo>
                  <a:lnTo>
                    <a:pt x="3297014" y="1066801"/>
                  </a:lnTo>
                  <a:lnTo>
                    <a:pt x="2925539" y="854076"/>
                  </a:lnTo>
                  <a:close/>
                  <a:moveTo>
                    <a:pt x="4033613" y="1925636"/>
                  </a:moveTo>
                  <a:lnTo>
                    <a:pt x="4033613" y="2784474"/>
                  </a:lnTo>
                  <a:lnTo>
                    <a:pt x="4405088" y="2571749"/>
                  </a:lnTo>
                  <a:lnTo>
                    <a:pt x="4405088" y="2138361"/>
                  </a:lnTo>
                  <a:lnTo>
                    <a:pt x="4033613" y="1925636"/>
                  </a:lnTo>
                  <a:close/>
                  <a:moveTo>
                    <a:pt x="3668489" y="2997200"/>
                  </a:moveTo>
                  <a:lnTo>
                    <a:pt x="3668489" y="3425825"/>
                  </a:lnTo>
                  <a:lnTo>
                    <a:pt x="4039964" y="3209925"/>
                  </a:lnTo>
                  <a:lnTo>
                    <a:pt x="3668489" y="299720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dirty="0"/>
            </a:p>
          </p:txBody>
        </p:sp>
        <p:sp>
          <p:nvSpPr>
            <p:cNvPr id="13" name="Freeform 53"/>
            <p:cNvSpPr>
              <a:spLocks/>
            </p:cNvSpPr>
            <p:nvPr userDrawn="1"/>
          </p:nvSpPr>
          <p:spPr bwMode="auto">
            <a:xfrm flipH="1">
              <a:off x="8483600" y="638969"/>
              <a:ext cx="371475" cy="858838"/>
            </a:xfrm>
            <a:custGeom>
              <a:avLst/>
              <a:gdLst>
                <a:gd name="T0" fmla="*/ 0 w 234"/>
                <a:gd name="T1" fmla="*/ 0 h 541"/>
                <a:gd name="T2" fmla="*/ 0 w 234"/>
                <a:gd name="T3" fmla="*/ 541 h 541"/>
                <a:gd name="T4" fmla="*/ 234 w 234"/>
                <a:gd name="T5" fmla="*/ 407 h 541"/>
                <a:gd name="T6" fmla="*/ 234 w 234"/>
                <a:gd name="T7" fmla="*/ 134 h 541"/>
                <a:gd name="T8" fmla="*/ 0 w 234"/>
                <a:gd name="T9" fmla="*/ 0 h 5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4" h="541">
                  <a:moveTo>
                    <a:pt x="0" y="0"/>
                  </a:moveTo>
                  <a:lnTo>
                    <a:pt x="0" y="541"/>
                  </a:lnTo>
                  <a:lnTo>
                    <a:pt x="234" y="407"/>
                  </a:lnTo>
                  <a:lnTo>
                    <a:pt x="234" y="13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100000">
                  <a:srgbClr val="65A2E0"/>
                </a:gs>
                <a:gs pos="0">
                  <a:srgbClr val="65BBF2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54"/>
            <p:cNvSpPr>
              <a:spLocks/>
            </p:cNvSpPr>
            <p:nvPr userDrawn="1"/>
          </p:nvSpPr>
          <p:spPr bwMode="auto">
            <a:xfrm flipH="1">
              <a:off x="4787900" y="4496594"/>
              <a:ext cx="371475" cy="857250"/>
            </a:xfrm>
            <a:custGeom>
              <a:avLst/>
              <a:gdLst>
                <a:gd name="T0" fmla="*/ 0 w 234"/>
                <a:gd name="T1" fmla="*/ 0 h 540"/>
                <a:gd name="T2" fmla="*/ 0 w 234"/>
                <a:gd name="T3" fmla="*/ 540 h 540"/>
                <a:gd name="T4" fmla="*/ 234 w 234"/>
                <a:gd name="T5" fmla="*/ 406 h 540"/>
                <a:gd name="T6" fmla="*/ 234 w 234"/>
                <a:gd name="T7" fmla="*/ 134 h 540"/>
                <a:gd name="T8" fmla="*/ 0 w 234"/>
                <a:gd name="T9" fmla="*/ 0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4" h="540">
                  <a:moveTo>
                    <a:pt x="0" y="0"/>
                  </a:moveTo>
                  <a:lnTo>
                    <a:pt x="0" y="540"/>
                  </a:lnTo>
                  <a:lnTo>
                    <a:pt x="234" y="406"/>
                  </a:lnTo>
                  <a:lnTo>
                    <a:pt x="234" y="13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100000">
                  <a:srgbClr val="1D6871"/>
                </a:gs>
                <a:gs pos="0">
                  <a:srgbClr val="178675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55"/>
            <p:cNvSpPr>
              <a:spLocks/>
            </p:cNvSpPr>
            <p:nvPr userDrawn="1"/>
          </p:nvSpPr>
          <p:spPr bwMode="auto">
            <a:xfrm flipH="1">
              <a:off x="7000875" y="5996782"/>
              <a:ext cx="742950" cy="641350"/>
            </a:xfrm>
            <a:custGeom>
              <a:avLst/>
              <a:gdLst>
                <a:gd name="T0" fmla="*/ 466 w 468"/>
                <a:gd name="T1" fmla="*/ 0 h 404"/>
                <a:gd name="T2" fmla="*/ 0 w 468"/>
                <a:gd name="T3" fmla="*/ 272 h 404"/>
                <a:gd name="T4" fmla="*/ 234 w 468"/>
                <a:gd name="T5" fmla="*/ 404 h 404"/>
                <a:gd name="T6" fmla="*/ 468 w 468"/>
                <a:gd name="T7" fmla="*/ 268 h 404"/>
                <a:gd name="T8" fmla="*/ 466 w 468"/>
                <a:gd name="T9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8" h="404">
                  <a:moveTo>
                    <a:pt x="466" y="0"/>
                  </a:moveTo>
                  <a:lnTo>
                    <a:pt x="0" y="272"/>
                  </a:lnTo>
                  <a:lnTo>
                    <a:pt x="234" y="404"/>
                  </a:lnTo>
                  <a:lnTo>
                    <a:pt x="468" y="268"/>
                  </a:lnTo>
                  <a:lnTo>
                    <a:pt x="466" y="0"/>
                  </a:lnTo>
                  <a:close/>
                </a:path>
              </a:pathLst>
            </a:custGeom>
            <a:gradFill>
              <a:gsLst>
                <a:gs pos="100000">
                  <a:srgbClr val="332D50"/>
                </a:gs>
                <a:gs pos="0">
                  <a:srgbClr val="5B384A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56"/>
            <p:cNvSpPr>
              <a:spLocks/>
            </p:cNvSpPr>
            <p:nvPr userDrawn="1"/>
          </p:nvSpPr>
          <p:spPr bwMode="auto">
            <a:xfrm flipH="1">
              <a:off x="7743825" y="1069182"/>
              <a:ext cx="371475" cy="428625"/>
            </a:xfrm>
            <a:custGeom>
              <a:avLst/>
              <a:gdLst>
                <a:gd name="T0" fmla="*/ 0 w 234"/>
                <a:gd name="T1" fmla="*/ 0 h 270"/>
                <a:gd name="T2" fmla="*/ 0 w 234"/>
                <a:gd name="T3" fmla="*/ 270 h 270"/>
                <a:gd name="T4" fmla="*/ 234 w 234"/>
                <a:gd name="T5" fmla="*/ 134 h 270"/>
                <a:gd name="T6" fmla="*/ 0 w 234"/>
                <a:gd name="T7" fmla="*/ 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4" h="270">
                  <a:moveTo>
                    <a:pt x="0" y="0"/>
                  </a:moveTo>
                  <a:lnTo>
                    <a:pt x="0" y="270"/>
                  </a:lnTo>
                  <a:lnTo>
                    <a:pt x="234" y="13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100000">
                  <a:srgbClr val="FEA659"/>
                </a:gs>
                <a:gs pos="0">
                  <a:srgbClr val="FEA646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57"/>
            <p:cNvSpPr>
              <a:spLocks/>
            </p:cNvSpPr>
            <p:nvPr userDrawn="1"/>
          </p:nvSpPr>
          <p:spPr bwMode="auto">
            <a:xfrm flipH="1">
              <a:off x="7375525" y="1926432"/>
              <a:ext cx="368300" cy="428625"/>
            </a:xfrm>
            <a:custGeom>
              <a:avLst/>
              <a:gdLst>
                <a:gd name="T0" fmla="*/ 0 w 232"/>
                <a:gd name="T1" fmla="*/ 134 h 270"/>
                <a:gd name="T2" fmla="*/ 232 w 232"/>
                <a:gd name="T3" fmla="*/ 0 h 270"/>
                <a:gd name="T4" fmla="*/ 232 w 232"/>
                <a:gd name="T5" fmla="*/ 270 h 270"/>
                <a:gd name="T6" fmla="*/ 0 w 232"/>
                <a:gd name="T7" fmla="*/ 134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2" h="270">
                  <a:moveTo>
                    <a:pt x="0" y="134"/>
                  </a:moveTo>
                  <a:lnTo>
                    <a:pt x="232" y="0"/>
                  </a:lnTo>
                  <a:lnTo>
                    <a:pt x="232" y="270"/>
                  </a:lnTo>
                  <a:lnTo>
                    <a:pt x="0" y="134"/>
                  </a:lnTo>
                  <a:close/>
                </a:path>
              </a:pathLst>
            </a:custGeom>
            <a:gradFill>
              <a:gsLst>
                <a:gs pos="100000">
                  <a:srgbClr val="52BC5D"/>
                </a:gs>
                <a:gs pos="0">
                  <a:srgbClr val="5BBA46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58"/>
            <p:cNvSpPr>
              <a:spLocks/>
            </p:cNvSpPr>
            <p:nvPr userDrawn="1"/>
          </p:nvSpPr>
          <p:spPr bwMode="auto">
            <a:xfrm flipH="1">
              <a:off x="7007225" y="3426619"/>
              <a:ext cx="368300" cy="428625"/>
            </a:xfrm>
            <a:custGeom>
              <a:avLst/>
              <a:gdLst>
                <a:gd name="T0" fmla="*/ 0 w 232"/>
                <a:gd name="T1" fmla="*/ 134 h 270"/>
                <a:gd name="T2" fmla="*/ 232 w 232"/>
                <a:gd name="T3" fmla="*/ 0 h 270"/>
                <a:gd name="T4" fmla="*/ 232 w 232"/>
                <a:gd name="T5" fmla="*/ 270 h 270"/>
                <a:gd name="T6" fmla="*/ 0 w 232"/>
                <a:gd name="T7" fmla="*/ 134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2" h="270">
                  <a:moveTo>
                    <a:pt x="0" y="134"/>
                  </a:moveTo>
                  <a:lnTo>
                    <a:pt x="232" y="0"/>
                  </a:lnTo>
                  <a:lnTo>
                    <a:pt x="232" y="270"/>
                  </a:lnTo>
                  <a:lnTo>
                    <a:pt x="0" y="134"/>
                  </a:lnTo>
                  <a:close/>
                </a:path>
              </a:pathLst>
            </a:custGeom>
            <a:gradFill>
              <a:gsLst>
                <a:gs pos="100000">
                  <a:srgbClr val="ED6136"/>
                </a:gs>
                <a:gs pos="0">
                  <a:srgbClr val="FF6834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59"/>
            <p:cNvSpPr>
              <a:spLocks/>
            </p:cNvSpPr>
            <p:nvPr userDrawn="1"/>
          </p:nvSpPr>
          <p:spPr bwMode="auto">
            <a:xfrm flipH="1">
              <a:off x="6635750" y="3855244"/>
              <a:ext cx="371475" cy="431800"/>
            </a:xfrm>
            <a:custGeom>
              <a:avLst/>
              <a:gdLst>
                <a:gd name="T0" fmla="*/ 234 w 234"/>
                <a:gd name="T1" fmla="*/ 136 h 272"/>
                <a:gd name="T2" fmla="*/ 0 w 234"/>
                <a:gd name="T3" fmla="*/ 272 h 272"/>
                <a:gd name="T4" fmla="*/ 0 w 234"/>
                <a:gd name="T5" fmla="*/ 0 h 272"/>
                <a:gd name="T6" fmla="*/ 234 w 234"/>
                <a:gd name="T7" fmla="*/ 136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4" h="272">
                  <a:moveTo>
                    <a:pt x="234" y="136"/>
                  </a:moveTo>
                  <a:lnTo>
                    <a:pt x="0" y="272"/>
                  </a:lnTo>
                  <a:lnTo>
                    <a:pt x="0" y="0"/>
                  </a:lnTo>
                  <a:lnTo>
                    <a:pt x="234" y="136"/>
                  </a:lnTo>
                  <a:close/>
                </a:path>
              </a:pathLst>
            </a:custGeom>
            <a:gradFill>
              <a:gsLst>
                <a:gs pos="100000">
                  <a:srgbClr val="CE583A"/>
                </a:gs>
                <a:gs pos="0">
                  <a:srgbClr val="E86036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60"/>
            <p:cNvSpPr>
              <a:spLocks/>
            </p:cNvSpPr>
            <p:nvPr userDrawn="1"/>
          </p:nvSpPr>
          <p:spPr bwMode="auto">
            <a:xfrm flipH="1">
              <a:off x="7375525" y="3852069"/>
              <a:ext cx="371475" cy="431800"/>
            </a:xfrm>
            <a:custGeom>
              <a:avLst/>
              <a:gdLst>
                <a:gd name="T0" fmla="*/ 234 w 234"/>
                <a:gd name="T1" fmla="*/ 138 h 272"/>
                <a:gd name="T2" fmla="*/ 0 w 234"/>
                <a:gd name="T3" fmla="*/ 272 h 272"/>
                <a:gd name="T4" fmla="*/ 0 w 234"/>
                <a:gd name="T5" fmla="*/ 0 h 272"/>
                <a:gd name="T6" fmla="*/ 234 w 234"/>
                <a:gd name="T7" fmla="*/ 138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4" h="272">
                  <a:moveTo>
                    <a:pt x="234" y="138"/>
                  </a:moveTo>
                  <a:lnTo>
                    <a:pt x="0" y="272"/>
                  </a:lnTo>
                  <a:lnTo>
                    <a:pt x="0" y="0"/>
                  </a:lnTo>
                  <a:lnTo>
                    <a:pt x="234" y="138"/>
                  </a:lnTo>
                  <a:close/>
                </a:path>
              </a:pathLst>
            </a:custGeom>
            <a:gradFill>
              <a:gsLst>
                <a:gs pos="100000">
                  <a:srgbClr val="159076"/>
                </a:gs>
                <a:gs pos="0">
                  <a:srgbClr val="139E78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61"/>
            <p:cNvSpPr>
              <a:spLocks/>
            </p:cNvSpPr>
            <p:nvPr userDrawn="1"/>
          </p:nvSpPr>
          <p:spPr bwMode="auto">
            <a:xfrm flipH="1">
              <a:off x="6267450" y="4925219"/>
              <a:ext cx="371475" cy="431800"/>
            </a:xfrm>
            <a:custGeom>
              <a:avLst/>
              <a:gdLst>
                <a:gd name="T0" fmla="*/ 234 w 234"/>
                <a:gd name="T1" fmla="*/ 136 h 272"/>
                <a:gd name="T2" fmla="*/ 0 w 234"/>
                <a:gd name="T3" fmla="*/ 272 h 272"/>
                <a:gd name="T4" fmla="*/ 0 w 234"/>
                <a:gd name="T5" fmla="*/ 0 h 272"/>
                <a:gd name="T6" fmla="*/ 234 w 234"/>
                <a:gd name="T7" fmla="*/ 136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4" h="272">
                  <a:moveTo>
                    <a:pt x="234" y="136"/>
                  </a:moveTo>
                  <a:lnTo>
                    <a:pt x="0" y="272"/>
                  </a:lnTo>
                  <a:lnTo>
                    <a:pt x="0" y="0"/>
                  </a:lnTo>
                  <a:lnTo>
                    <a:pt x="234" y="136"/>
                  </a:lnTo>
                  <a:close/>
                </a:path>
              </a:pathLst>
            </a:custGeom>
            <a:gradFill>
              <a:gsLst>
                <a:gs pos="100000">
                  <a:srgbClr val="474582"/>
                </a:gs>
                <a:gs pos="0">
                  <a:srgbClr val="474482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62"/>
            <p:cNvSpPr>
              <a:spLocks/>
            </p:cNvSpPr>
            <p:nvPr userDrawn="1"/>
          </p:nvSpPr>
          <p:spPr bwMode="auto">
            <a:xfrm flipH="1">
              <a:off x="5159375" y="3639344"/>
              <a:ext cx="368300" cy="431800"/>
            </a:xfrm>
            <a:custGeom>
              <a:avLst/>
              <a:gdLst>
                <a:gd name="T0" fmla="*/ 0 w 232"/>
                <a:gd name="T1" fmla="*/ 136 h 272"/>
                <a:gd name="T2" fmla="*/ 232 w 232"/>
                <a:gd name="T3" fmla="*/ 272 h 272"/>
                <a:gd name="T4" fmla="*/ 232 w 232"/>
                <a:gd name="T5" fmla="*/ 0 h 272"/>
                <a:gd name="T6" fmla="*/ 0 w 232"/>
                <a:gd name="T7" fmla="*/ 136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2" h="272">
                  <a:moveTo>
                    <a:pt x="0" y="136"/>
                  </a:moveTo>
                  <a:lnTo>
                    <a:pt x="232" y="272"/>
                  </a:lnTo>
                  <a:lnTo>
                    <a:pt x="232" y="0"/>
                  </a:lnTo>
                  <a:lnTo>
                    <a:pt x="0" y="136"/>
                  </a:lnTo>
                  <a:close/>
                </a:path>
              </a:pathLst>
            </a:custGeom>
            <a:gradFill>
              <a:gsLst>
                <a:gs pos="100000">
                  <a:srgbClr val="585199"/>
                </a:gs>
                <a:gs pos="0">
                  <a:srgbClr val="5F56A3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63"/>
            <p:cNvSpPr>
              <a:spLocks/>
            </p:cNvSpPr>
            <p:nvPr userDrawn="1"/>
          </p:nvSpPr>
          <p:spPr bwMode="auto">
            <a:xfrm flipH="1">
              <a:off x="5895975" y="5996782"/>
              <a:ext cx="371475" cy="428625"/>
            </a:xfrm>
            <a:custGeom>
              <a:avLst/>
              <a:gdLst>
                <a:gd name="T0" fmla="*/ 234 w 234"/>
                <a:gd name="T1" fmla="*/ 136 h 270"/>
                <a:gd name="T2" fmla="*/ 0 w 234"/>
                <a:gd name="T3" fmla="*/ 270 h 270"/>
                <a:gd name="T4" fmla="*/ 0 w 234"/>
                <a:gd name="T5" fmla="*/ 0 h 270"/>
                <a:gd name="T6" fmla="*/ 234 w 234"/>
                <a:gd name="T7" fmla="*/ 136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4" h="270">
                  <a:moveTo>
                    <a:pt x="234" y="136"/>
                  </a:moveTo>
                  <a:lnTo>
                    <a:pt x="0" y="270"/>
                  </a:lnTo>
                  <a:lnTo>
                    <a:pt x="0" y="0"/>
                  </a:lnTo>
                  <a:lnTo>
                    <a:pt x="234" y="136"/>
                  </a:lnTo>
                  <a:close/>
                </a:path>
              </a:pathLst>
            </a:custGeom>
            <a:gradFill>
              <a:gsLst>
                <a:gs pos="100000">
                  <a:srgbClr val="2C2F5E"/>
                </a:gs>
                <a:gs pos="0">
                  <a:srgbClr val="333467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64"/>
            <p:cNvSpPr>
              <a:spLocks/>
            </p:cNvSpPr>
            <p:nvPr userDrawn="1"/>
          </p:nvSpPr>
          <p:spPr bwMode="auto">
            <a:xfrm flipH="1">
              <a:off x="5159375" y="6425407"/>
              <a:ext cx="368300" cy="431800"/>
            </a:xfrm>
            <a:custGeom>
              <a:avLst/>
              <a:gdLst>
                <a:gd name="T0" fmla="*/ 232 w 232"/>
                <a:gd name="T1" fmla="*/ 136 h 272"/>
                <a:gd name="T2" fmla="*/ 0 w 232"/>
                <a:gd name="T3" fmla="*/ 272 h 272"/>
                <a:gd name="T4" fmla="*/ 0 w 232"/>
                <a:gd name="T5" fmla="*/ 0 h 272"/>
                <a:gd name="T6" fmla="*/ 232 w 232"/>
                <a:gd name="T7" fmla="*/ 136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2" h="272">
                  <a:moveTo>
                    <a:pt x="232" y="136"/>
                  </a:moveTo>
                  <a:lnTo>
                    <a:pt x="0" y="272"/>
                  </a:lnTo>
                  <a:lnTo>
                    <a:pt x="0" y="0"/>
                  </a:lnTo>
                  <a:lnTo>
                    <a:pt x="232" y="136"/>
                  </a:lnTo>
                  <a:close/>
                </a:path>
              </a:pathLst>
            </a:custGeom>
            <a:gradFill>
              <a:gsLst>
                <a:gs pos="100000">
                  <a:srgbClr val="252D67"/>
                </a:gs>
                <a:gs pos="0">
                  <a:srgbClr val="253F6B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65"/>
            <p:cNvSpPr>
              <a:spLocks/>
            </p:cNvSpPr>
            <p:nvPr userDrawn="1"/>
          </p:nvSpPr>
          <p:spPr bwMode="auto">
            <a:xfrm flipH="1">
              <a:off x="5159375" y="5780882"/>
              <a:ext cx="368300" cy="428625"/>
            </a:xfrm>
            <a:custGeom>
              <a:avLst/>
              <a:gdLst>
                <a:gd name="T0" fmla="*/ 0 w 232"/>
                <a:gd name="T1" fmla="*/ 136 h 270"/>
                <a:gd name="T2" fmla="*/ 232 w 232"/>
                <a:gd name="T3" fmla="*/ 270 h 270"/>
                <a:gd name="T4" fmla="*/ 232 w 232"/>
                <a:gd name="T5" fmla="*/ 0 h 270"/>
                <a:gd name="T6" fmla="*/ 0 w 232"/>
                <a:gd name="T7" fmla="*/ 136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2" h="270">
                  <a:moveTo>
                    <a:pt x="0" y="136"/>
                  </a:moveTo>
                  <a:lnTo>
                    <a:pt x="232" y="270"/>
                  </a:lnTo>
                  <a:lnTo>
                    <a:pt x="232" y="0"/>
                  </a:lnTo>
                  <a:lnTo>
                    <a:pt x="0" y="136"/>
                  </a:lnTo>
                  <a:close/>
                </a:path>
              </a:pathLst>
            </a:custGeom>
            <a:gradFill>
              <a:gsLst>
                <a:gs pos="100000">
                  <a:srgbClr val="50354C"/>
                </a:gs>
                <a:gs pos="0">
                  <a:srgbClr val="61323F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66"/>
            <p:cNvSpPr>
              <a:spLocks/>
            </p:cNvSpPr>
            <p:nvPr userDrawn="1"/>
          </p:nvSpPr>
          <p:spPr bwMode="auto">
            <a:xfrm flipH="1">
              <a:off x="5899150" y="2139157"/>
              <a:ext cx="736600" cy="431800"/>
            </a:xfrm>
            <a:custGeom>
              <a:avLst/>
              <a:gdLst>
                <a:gd name="T0" fmla="*/ 464 w 464"/>
                <a:gd name="T1" fmla="*/ 136 h 272"/>
                <a:gd name="T2" fmla="*/ 232 w 464"/>
                <a:gd name="T3" fmla="*/ 272 h 272"/>
                <a:gd name="T4" fmla="*/ 0 w 464"/>
                <a:gd name="T5" fmla="*/ 136 h 272"/>
                <a:gd name="T6" fmla="*/ 232 w 464"/>
                <a:gd name="T7" fmla="*/ 0 h 272"/>
                <a:gd name="T8" fmla="*/ 464 w 464"/>
                <a:gd name="T9" fmla="*/ 136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4" h="272">
                  <a:moveTo>
                    <a:pt x="464" y="136"/>
                  </a:moveTo>
                  <a:lnTo>
                    <a:pt x="232" y="272"/>
                  </a:lnTo>
                  <a:lnTo>
                    <a:pt x="0" y="136"/>
                  </a:lnTo>
                  <a:lnTo>
                    <a:pt x="232" y="0"/>
                  </a:lnTo>
                  <a:lnTo>
                    <a:pt x="464" y="136"/>
                  </a:lnTo>
                  <a:close/>
                </a:path>
              </a:pathLst>
            </a:custGeom>
            <a:gradFill>
              <a:gsLst>
                <a:gs pos="100000">
                  <a:srgbClr val="637AC0"/>
                </a:gs>
                <a:gs pos="0">
                  <a:srgbClr val="6487CA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67"/>
            <p:cNvSpPr>
              <a:spLocks/>
            </p:cNvSpPr>
            <p:nvPr userDrawn="1"/>
          </p:nvSpPr>
          <p:spPr bwMode="auto">
            <a:xfrm flipH="1">
              <a:off x="8112125" y="5996782"/>
              <a:ext cx="742950" cy="857250"/>
            </a:xfrm>
            <a:custGeom>
              <a:avLst/>
              <a:gdLst>
                <a:gd name="T0" fmla="*/ 0 w 468"/>
                <a:gd name="T1" fmla="*/ 406 h 540"/>
                <a:gd name="T2" fmla="*/ 234 w 468"/>
                <a:gd name="T3" fmla="*/ 540 h 540"/>
                <a:gd name="T4" fmla="*/ 468 w 468"/>
                <a:gd name="T5" fmla="*/ 406 h 540"/>
                <a:gd name="T6" fmla="*/ 468 w 468"/>
                <a:gd name="T7" fmla="*/ 136 h 540"/>
                <a:gd name="T8" fmla="*/ 234 w 468"/>
                <a:gd name="T9" fmla="*/ 0 h 540"/>
                <a:gd name="T10" fmla="*/ 234 w 468"/>
                <a:gd name="T11" fmla="*/ 270 h 540"/>
                <a:gd name="T12" fmla="*/ 0 w 468"/>
                <a:gd name="T13" fmla="*/ 406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8" h="540">
                  <a:moveTo>
                    <a:pt x="0" y="406"/>
                  </a:moveTo>
                  <a:lnTo>
                    <a:pt x="234" y="540"/>
                  </a:lnTo>
                  <a:lnTo>
                    <a:pt x="468" y="406"/>
                  </a:lnTo>
                  <a:lnTo>
                    <a:pt x="468" y="136"/>
                  </a:lnTo>
                  <a:lnTo>
                    <a:pt x="234" y="0"/>
                  </a:lnTo>
                  <a:lnTo>
                    <a:pt x="234" y="270"/>
                  </a:lnTo>
                  <a:lnTo>
                    <a:pt x="0" y="406"/>
                  </a:lnTo>
                  <a:close/>
                </a:path>
              </a:pathLst>
            </a:custGeom>
            <a:gradFill>
              <a:gsLst>
                <a:gs pos="100000">
                  <a:srgbClr val="283069"/>
                </a:gs>
                <a:gs pos="0">
                  <a:srgbClr val="224E6D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68"/>
            <p:cNvSpPr>
              <a:spLocks/>
            </p:cNvSpPr>
            <p:nvPr userDrawn="1"/>
          </p:nvSpPr>
          <p:spPr bwMode="auto">
            <a:xfrm flipH="1">
              <a:off x="7375525" y="213519"/>
              <a:ext cx="368300" cy="428625"/>
            </a:xfrm>
            <a:custGeom>
              <a:avLst/>
              <a:gdLst>
                <a:gd name="T0" fmla="*/ 0 w 232"/>
                <a:gd name="T1" fmla="*/ 134 h 270"/>
                <a:gd name="T2" fmla="*/ 232 w 232"/>
                <a:gd name="T3" fmla="*/ 0 h 270"/>
                <a:gd name="T4" fmla="*/ 232 w 232"/>
                <a:gd name="T5" fmla="*/ 270 h 270"/>
                <a:gd name="T6" fmla="*/ 0 w 232"/>
                <a:gd name="T7" fmla="*/ 134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2" h="270">
                  <a:moveTo>
                    <a:pt x="0" y="134"/>
                  </a:moveTo>
                  <a:lnTo>
                    <a:pt x="232" y="0"/>
                  </a:lnTo>
                  <a:lnTo>
                    <a:pt x="232" y="270"/>
                  </a:lnTo>
                  <a:lnTo>
                    <a:pt x="0" y="134"/>
                  </a:lnTo>
                  <a:close/>
                </a:path>
              </a:pathLst>
            </a:custGeom>
            <a:gradFill>
              <a:gsLst>
                <a:gs pos="100000">
                  <a:srgbClr val="9AC619"/>
                </a:gs>
                <a:gs pos="0">
                  <a:srgbClr val="ADCA0D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0" name="Freeform 69"/>
            <p:cNvSpPr>
              <a:spLocks/>
            </p:cNvSpPr>
            <p:nvPr userDrawn="1"/>
          </p:nvSpPr>
          <p:spPr bwMode="auto">
            <a:xfrm flipH="1">
              <a:off x="6635750" y="642144"/>
              <a:ext cx="374650" cy="639763"/>
            </a:xfrm>
            <a:custGeom>
              <a:avLst/>
              <a:gdLst>
                <a:gd name="T0" fmla="*/ 234 w 236"/>
                <a:gd name="T1" fmla="*/ 0 h 403"/>
                <a:gd name="T2" fmla="*/ 236 w 236"/>
                <a:gd name="T3" fmla="*/ 269 h 403"/>
                <a:gd name="T4" fmla="*/ 2 w 236"/>
                <a:gd name="T5" fmla="*/ 403 h 403"/>
                <a:gd name="T6" fmla="*/ 0 w 236"/>
                <a:gd name="T7" fmla="*/ 134 h 403"/>
                <a:gd name="T8" fmla="*/ 234 w 236"/>
                <a:gd name="T9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6" h="403">
                  <a:moveTo>
                    <a:pt x="234" y="0"/>
                  </a:moveTo>
                  <a:lnTo>
                    <a:pt x="236" y="269"/>
                  </a:lnTo>
                  <a:lnTo>
                    <a:pt x="2" y="403"/>
                  </a:lnTo>
                  <a:lnTo>
                    <a:pt x="0" y="134"/>
                  </a:lnTo>
                  <a:lnTo>
                    <a:pt x="234" y="0"/>
                  </a:lnTo>
                  <a:close/>
                </a:path>
              </a:pathLst>
            </a:custGeom>
            <a:gradFill>
              <a:gsLst>
                <a:gs pos="100000">
                  <a:srgbClr val="FE9E3F"/>
                </a:gs>
                <a:gs pos="0">
                  <a:srgbClr val="FDB049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1BBA778-64E4-9C4C-8806-1A8C377A9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5901" y="1658320"/>
            <a:ext cx="3179763" cy="1913364"/>
          </a:xfrm>
        </p:spPr>
        <p:txBody>
          <a:bodyPr lIns="0" tIns="0" rIns="0" bIns="0" anchor="b">
            <a:noAutofit/>
          </a:bodyPr>
          <a:lstStyle>
            <a:lvl1pPr>
              <a:defRPr sz="4400" b="1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Divider title goes here</a:t>
            </a:r>
            <a:endParaRPr lang="ar-S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1C9796-CB07-194B-B62D-8AC12B657E1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25900" y="3768851"/>
            <a:ext cx="3179763" cy="114018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lang="en-US" sz="20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US" dirty="0"/>
              <a:t>Divider subtitle goes here</a:t>
            </a:r>
          </a:p>
        </p:txBody>
      </p:sp>
      <p:sp>
        <p:nvSpPr>
          <p:cNvPr id="11" name="Picture Placeholder 281"/>
          <p:cNvSpPr>
            <a:spLocks noGrp="1"/>
          </p:cNvSpPr>
          <p:nvPr>
            <p:ph type="pic" sz="quarter" idx="11"/>
          </p:nvPr>
        </p:nvSpPr>
        <p:spPr>
          <a:xfrm flipH="1">
            <a:off x="0" y="-1"/>
            <a:ext cx="7407272" cy="6858000"/>
          </a:xfrm>
          <a:custGeom>
            <a:avLst/>
            <a:gdLst>
              <a:gd name="connsiteX0" fmla="*/ 3698873 w 7407272"/>
              <a:gd name="connsiteY0" fmla="*/ 6009605 h 6858000"/>
              <a:gd name="connsiteX1" fmla="*/ 3338510 w 7407272"/>
              <a:gd name="connsiteY1" fmla="*/ 6219047 h 6858000"/>
              <a:gd name="connsiteX2" fmla="*/ 3338510 w 7407272"/>
              <a:gd name="connsiteY2" fmla="*/ 6634850 h 6858000"/>
              <a:gd name="connsiteX3" fmla="*/ 3698873 w 7407272"/>
              <a:gd name="connsiteY3" fmla="*/ 6841211 h 6858000"/>
              <a:gd name="connsiteX4" fmla="*/ 4059236 w 7407272"/>
              <a:gd name="connsiteY4" fmla="*/ 6634850 h 6858000"/>
              <a:gd name="connsiteX5" fmla="*/ 3698873 w 7407272"/>
              <a:gd name="connsiteY5" fmla="*/ 6425408 h 6858000"/>
              <a:gd name="connsiteX6" fmla="*/ 2230340 w 7407272"/>
              <a:gd name="connsiteY6" fmla="*/ 6006375 h 6858000"/>
              <a:gd name="connsiteX7" fmla="*/ 2227260 w 7407272"/>
              <a:gd name="connsiteY7" fmla="*/ 6419099 h 6858000"/>
              <a:gd name="connsiteX8" fmla="*/ 2587623 w 7407272"/>
              <a:gd name="connsiteY8" fmla="*/ 6628541 h 6858000"/>
              <a:gd name="connsiteX9" fmla="*/ 2947986 w 7407272"/>
              <a:gd name="connsiteY9" fmla="*/ 6425259 h 6858000"/>
              <a:gd name="connsiteX10" fmla="*/ 1848641 w 7407272"/>
              <a:gd name="connsiteY10" fmla="*/ 4931678 h 6858000"/>
              <a:gd name="connsiteX11" fmla="*/ 1488279 w 7407272"/>
              <a:gd name="connsiteY11" fmla="*/ 5141120 h 6858000"/>
              <a:gd name="connsiteX12" fmla="*/ 1848641 w 7407272"/>
              <a:gd name="connsiteY12" fmla="*/ 5350562 h 6858000"/>
              <a:gd name="connsiteX13" fmla="*/ 2216941 w 7407272"/>
              <a:gd name="connsiteY13" fmla="*/ 3861703 h 6858000"/>
              <a:gd name="connsiteX14" fmla="*/ 1856579 w 7407272"/>
              <a:gd name="connsiteY14" fmla="*/ 4071145 h 6858000"/>
              <a:gd name="connsiteX15" fmla="*/ 2216941 w 7407272"/>
              <a:gd name="connsiteY15" fmla="*/ 4280587 h 6858000"/>
              <a:gd name="connsiteX16" fmla="*/ 2956716 w 7407272"/>
              <a:gd name="connsiteY16" fmla="*/ 3858528 h 6858000"/>
              <a:gd name="connsiteX17" fmla="*/ 2596354 w 7407272"/>
              <a:gd name="connsiteY17" fmla="*/ 4071050 h 6858000"/>
              <a:gd name="connsiteX18" fmla="*/ 2956716 w 7407272"/>
              <a:gd name="connsiteY18" fmla="*/ 4277412 h 6858000"/>
              <a:gd name="connsiteX19" fmla="*/ 2228007 w 7407272"/>
              <a:gd name="connsiteY19" fmla="*/ 3433031 h 6858000"/>
              <a:gd name="connsiteX20" fmla="*/ 2228007 w 7407272"/>
              <a:gd name="connsiteY20" fmla="*/ 3848835 h 6858000"/>
              <a:gd name="connsiteX21" fmla="*/ 2585289 w 7407272"/>
              <a:gd name="connsiteY21" fmla="*/ 3639394 h 6858000"/>
              <a:gd name="connsiteX22" fmla="*/ 736598 w 7407272"/>
              <a:gd name="connsiteY22" fmla="*/ 2997200 h 6858000"/>
              <a:gd name="connsiteX23" fmla="*/ 736598 w 7407272"/>
              <a:gd name="connsiteY23" fmla="*/ 3425825 h 6858000"/>
              <a:gd name="connsiteX24" fmla="*/ 365123 w 7407272"/>
              <a:gd name="connsiteY24" fmla="*/ 3209925 h 6858000"/>
              <a:gd name="connsiteX25" fmla="*/ 1482723 w 7407272"/>
              <a:gd name="connsiteY25" fmla="*/ 2145617 h 6858000"/>
              <a:gd name="connsiteX26" fmla="*/ 1125440 w 7407272"/>
              <a:gd name="connsiteY26" fmla="*/ 2355059 h 6858000"/>
              <a:gd name="connsiteX27" fmla="*/ 1482723 w 7407272"/>
              <a:gd name="connsiteY27" fmla="*/ 2564500 h 6858000"/>
              <a:gd name="connsiteX28" fmla="*/ 1840006 w 7407272"/>
              <a:gd name="connsiteY28" fmla="*/ 2355059 h 6858000"/>
              <a:gd name="connsiteX29" fmla="*/ 2596307 w 7407272"/>
              <a:gd name="connsiteY29" fmla="*/ 1932845 h 6858000"/>
              <a:gd name="connsiteX30" fmla="*/ 2596307 w 7407272"/>
              <a:gd name="connsiteY30" fmla="*/ 2348649 h 6858000"/>
              <a:gd name="connsiteX31" fmla="*/ 2953589 w 7407272"/>
              <a:gd name="connsiteY31" fmla="*/ 2139206 h 6858000"/>
              <a:gd name="connsiteX32" fmla="*/ 371474 w 7407272"/>
              <a:gd name="connsiteY32" fmla="*/ 1925636 h 6858000"/>
              <a:gd name="connsiteX33" fmla="*/ 371474 w 7407272"/>
              <a:gd name="connsiteY33" fmla="*/ 2784474 h 6858000"/>
              <a:gd name="connsiteX34" fmla="*/ 0 w 7407272"/>
              <a:gd name="connsiteY34" fmla="*/ 2571749 h 6858000"/>
              <a:gd name="connsiteX35" fmla="*/ 0 w 7407272"/>
              <a:gd name="connsiteY35" fmla="*/ 2138361 h 6858000"/>
              <a:gd name="connsiteX36" fmla="*/ 3325016 w 7407272"/>
              <a:gd name="connsiteY36" fmla="*/ 1075596 h 6858000"/>
              <a:gd name="connsiteX37" fmla="*/ 2964654 w 7407272"/>
              <a:gd name="connsiteY37" fmla="*/ 1281958 h 6858000"/>
              <a:gd name="connsiteX38" fmla="*/ 3325016 w 7407272"/>
              <a:gd name="connsiteY38" fmla="*/ 1491400 h 6858000"/>
              <a:gd name="connsiteX39" fmla="*/ 1479548 w 7407272"/>
              <a:gd name="connsiteY39" fmla="*/ 854076 h 6858000"/>
              <a:gd name="connsiteX40" fmla="*/ 1479548 w 7407272"/>
              <a:gd name="connsiteY40" fmla="*/ 1282701 h 6858000"/>
              <a:gd name="connsiteX41" fmla="*/ 1108074 w 7407272"/>
              <a:gd name="connsiteY41" fmla="*/ 1066801 h 6858000"/>
              <a:gd name="connsiteX42" fmla="*/ 4064791 w 7407272"/>
              <a:gd name="connsiteY42" fmla="*/ 651816 h 6858000"/>
              <a:gd name="connsiteX43" fmla="*/ 3704429 w 7407272"/>
              <a:gd name="connsiteY43" fmla="*/ 858178 h 6858000"/>
              <a:gd name="connsiteX44" fmla="*/ 3704429 w 7407272"/>
              <a:gd name="connsiteY44" fmla="*/ 1278602 h 6858000"/>
              <a:gd name="connsiteX45" fmla="*/ 4064791 w 7407272"/>
              <a:gd name="connsiteY45" fmla="*/ 1484965 h 6858000"/>
              <a:gd name="connsiteX46" fmla="*/ 4405087 w 7407272"/>
              <a:gd name="connsiteY46" fmla="*/ 0 h 6858000"/>
              <a:gd name="connsiteX47" fmla="*/ 7407272 w 7407272"/>
              <a:gd name="connsiteY47" fmla="*/ 0 h 6858000"/>
              <a:gd name="connsiteX48" fmla="*/ 7407272 w 7407272"/>
              <a:gd name="connsiteY48" fmla="*/ 6858000 h 6858000"/>
              <a:gd name="connsiteX49" fmla="*/ 2213486 w 7407272"/>
              <a:gd name="connsiteY49" fmla="*/ 6858000 h 6858000"/>
              <a:gd name="connsiteX50" fmla="*/ 1854198 w 7407272"/>
              <a:gd name="connsiteY50" fmla="*/ 6643687 h 6858000"/>
              <a:gd name="connsiteX51" fmla="*/ 1856579 w 7407272"/>
              <a:gd name="connsiteY51" fmla="*/ 6207919 h 6858000"/>
              <a:gd name="connsiteX52" fmla="*/ 2223292 w 7407272"/>
              <a:gd name="connsiteY52" fmla="*/ 6003131 h 6858000"/>
              <a:gd name="connsiteX53" fmla="*/ 1482723 w 7407272"/>
              <a:gd name="connsiteY53" fmla="*/ 5572125 h 6858000"/>
              <a:gd name="connsiteX54" fmla="*/ 1101723 w 7407272"/>
              <a:gd name="connsiteY54" fmla="*/ 5788819 h 6858000"/>
              <a:gd name="connsiteX55" fmla="*/ 735010 w 7407272"/>
              <a:gd name="connsiteY55" fmla="*/ 5557838 h 6858000"/>
              <a:gd name="connsiteX56" fmla="*/ 744535 w 7407272"/>
              <a:gd name="connsiteY56" fmla="*/ 3855243 h 6858000"/>
              <a:gd name="connsiteX57" fmla="*/ 1111248 w 7407272"/>
              <a:gd name="connsiteY57" fmla="*/ 3633787 h 6858000"/>
              <a:gd name="connsiteX58" fmla="*/ 1118392 w 7407272"/>
              <a:gd name="connsiteY58" fmla="*/ 2783681 h 6858000"/>
              <a:gd name="connsiteX59" fmla="*/ 742154 w 7407272"/>
              <a:gd name="connsiteY59" fmla="*/ 2571750 h 6858000"/>
              <a:gd name="connsiteX60" fmla="*/ 746123 w 7407272"/>
              <a:gd name="connsiteY60" fmla="*/ 2143125 h 6858000"/>
              <a:gd name="connsiteX61" fmla="*/ 1841498 w 7407272"/>
              <a:gd name="connsiteY61" fmla="*/ 1485900 h 6858000"/>
              <a:gd name="connsiteX62" fmla="*/ 2209798 w 7407272"/>
              <a:gd name="connsiteY62" fmla="*/ 1708150 h 6858000"/>
              <a:gd name="connsiteX63" fmla="*/ 2584448 w 7407272"/>
              <a:gd name="connsiteY63" fmla="*/ 1479550 h 6858000"/>
              <a:gd name="connsiteX64" fmla="*/ 2587623 w 7407272"/>
              <a:gd name="connsiteY64" fmla="*/ 105727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7407272" h="6858000">
                <a:moveTo>
                  <a:pt x="3698873" y="6009605"/>
                </a:moveTo>
                <a:lnTo>
                  <a:pt x="3338510" y="6219047"/>
                </a:lnTo>
                <a:lnTo>
                  <a:pt x="3338510" y="6634850"/>
                </a:lnTo>
                <a:lnTo>
                  <a:pt x="3698873" y="6841211"/>
                </a:lnTo>
                <a:lnTo>
                  <a:pt x="4059236" y="6634850"/>
                </a:lnTo>
                <a:lnTo>
                  <a:pt x="3698873" y="6425408"/>
                </a:lnTo>
                <a:close/>
                <a:moveTo>
                  <a:pt x="2230340" y="6006375"/>
                </a:moveTo>
                <a:lnTo>
                  <a:pt x="2227260" y="6419099"/>
                </a:lnTo>
                <a:lnTo>
                  <a:pt x="2587623" y="6628541"/>
                </a:lnTo>
                <a:lnTo>
                  <a:pt x="2947986" y="6425259"/>
                </a:lnTo>
                <a:close/>
                <a:moveTo>
                  <a:pt x="1848641" y="4931678"/>
                </a:moveTo>
                <a:lnTo>
                  <a:pt x="1488279" y="5141120"/>
                </a:lnTo>
                <a:lnTo>
                  <a:pt x="1848641" y="5350562"/>
                </a:lnTo>
                <a:close/>
                <a:moveTo>
                  <a:pt x="2216941" y="3861703"/>
                </a:moveTo>
                <a:lnTo>
                  <a:pt x="1856579" y="4071145"/>
                </a:lnTo>
                <a:lnTo>
                  <a:pt x="2216941" y="4280587"/>
                </a:lnTo>
                <a:close/>
                <a:moveTo>
                  <a:pt x="2956716" y="3858528"/>
                </a:moveTo>
                <a:lnTo>
                  <a:pt x="2596354" y="4071050"/>
                </a:lnTo>
                <a:lnTo>
                  <a:pt x="2956716" y="4277412"/>
                </a:lnTo>
                <a:close/>
                <a:moveTo>
                  <a:pt x="2228007" y="3433031"/>
                </a:moveTo>
                <a:lnTo>
                  <a:pt x="2228007" y="3848835"/>
                </a:lnTo>
                <a:lnTo>
                  <a:pt x="2585289" y="3639394"/>
                </a:lnTo>
                <a:close/>
                <a:moveTo>
                  <a:pt x="736598" y="2997200"/>
                </a:moveTo>
                <a:lnTo>
                  <a:pt x="736598" y="3425825"/>
                </a:lnTo>
                <a:lnTo>
                  <a:pt x="365123" y="3209925"/>
                </a:lnTo>
                <a:close/>
                <a:moveTo>
                  <a:pt x="1482723" y="2145617"/>
                </a:moveTo>
                <a:lnTo>
                  <a:pt x="1125440" y="2355059"/>
                </a:lnTo>
                <a:lnTo>
                  <a:pt x="1482723" y="2564500"/>
                </a:lnTo>
                <a:lnTo>
                  <a:pt x="1840006" y="2355059"/>
                </a:lnTo>
                <a:close/>
                <a:moveTo>
                  <a:pt x="2596307" y="1932845"/>
                </a:moveTo>
                <a:lnTo>
                  <a:pt x="2596307" y="2348649"/>
                </a:lnTo>
                <a:lnTo>
                  <a:pt x="2953589" y="2139206"/>
                </a:lnTo>
                <a:close/>
                <a:moveTo>
                  <a:pt x="371474" y="1925636"/>
                </a:moveTo>
                <a:lnTo>
                  <a:pt x="371474" y="2784474"/>
                </a:lnTo>
                <a:lnTo>
                  <a:pt x="0" y="2571749"/>
                </a:lnTo>
                <a:lnTo>
                  <a:pt x="0" y="2138361"/>
                </a:lnTo>
                <a:close/>
                <a:moveTo>
                  <a:pt x="3325016" y="1075596"/>
                </a:moveTo>
                <a:lnTo>
                  <a:pt x="2964654" y="1281958"/>
                </a:lnTo>
                <a:lnTo>
                  <a:pt x="3325016" y="1491400"/>
                </a:lnTo>
                <a:close/>
                <a:moveTo>
                  <a:pt x="1479548" y="854076"/>
                </a:moveTo>
                <a:lnTo>
                  <a:pt x="1479548" y="1282701"/>
                </a:lnTo>
                <a:lnTo>
                  <a:pt x="1108074" y="1066801"/>
                </a:lnTo>
                <a:close/>
                <a:moveTo>
                  <a:pt x="4064791" y="651816"/>
                </a:moveTo>
                <a:lnTo>
                  <a:pt x="3704429" y="858178"/>
                </a:lnTo>
                <a:lnTo>
                  <a:pt x="3704429" y="1278602"/>
                </a:lnTo>
                <a:lnTo>
                  <a:pt x="4064791" y="1484965"/>
                </a:lnTo>
                <a:close/>
                <a:moveTo>
                  <a:pt x="4405087" y="0"/>
                </a:moveTo>
                <a:lnTo>
                  <a:pt x="7407272" y="0"/>
                </a:lnTo>
                <a:lnTo>
                  <a:pt x="7407272" y="6858000"/>
                </a:lnTo>
                <a:lnTo>
                  <a:pt x="2213486" y="6858000"/>
                </a:lnTo>
                <a:lnTo>
                  <a:pt x="1854198" y="6643687"/>
                </a:lnTo>
                <a:cubicBezTo>
                  <a:pt x="1854992" y="6493668"/>
                  <a:pt x="1855785" y="6357938"/>
                  <a:pt x="1856579" y="6207919"/>
                </a:cubicBezTo>
                <a:lnTo>
                  <a:pt x="2223292" y="6003131"/>
                </a:lnTo>
                <a:lnTo>
                  <a:pt x="1482723" y="5572125"/>
                </a:lnTo>
                <a:lnTo>
                  <a:pt x="1101723" y="5788819"/>
                </a:lnTo>
                <a:lnTo>
                  <a:pt x="735010" y="5557838"/>
                </a:lnTo>
                <a:cubicBezTo>
                  <a:pt x="735804" y="4988719"/>
                  <a:pt x="743741" y="4424362"/>
                  <a:pt x="744535" y="3855243"/>
                </a:cubicBezTo>
                <a:lnTo>
                  <a:pt x="1111248" y="3633787"/>
                </a:lnTo>
                <a:cubicBezTo>
                  <a:pt x="1113629" y="3350418"/>
                  <a:pt x="1116011" y="3067050"/>
                  <a:pt x="1118392" y="2783681"/>
                </a:cubicBezTo>
                <a:lnTo>
                  <a:pt x="742154" y="2571750"/>
                </a:lnTo>
                <a:lnTo>
                  <a:pt x="746123" y="2143125"/>
                </a:lnTo>
                <a:lnTo>
                  <a:pt x="1841498" y="1485900"/>
                </a:lnTo>
                <a:lnTo>
                  <a:pt x="2209798" y="1708150"/>
                </a:lnTo>
                <a:lnTo>
                  <a:pt x="2584448" y="1479550"/>
                </a:lnTo>
                <a:cubicBezTo>
                  <a:pt x="2585506" y="1336675"/>
                  <a:pt x="2586565" y="1200150"/>
                  <a:pt x="2587623" y="1057275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0688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5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2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7708900" y="0"/>
            <a:ext cx="4483100" cy="2514600"/>
          </a:xfrm>
          <a:prstGeom prst="rect">
            <a:avLst/>
          </a:prstGeom>
          <a:solidFill>
            <a:srgbClr val="F2F2F2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CDAF40AC-B35D-FE43-8BA0-4467369C02E8}"/>
              </a:ext>
            </a:extLst>
          </p:cNvPr>
          <p:cNvSpPr/>
          <p:nvPr userDrawn="1"/>
        </p:nvSpPr>
        <p:spPr>
          <a:xfrm>
            <a:off x="0" y="0"/>
            <a:ext cx="12194088" cy="6858000"/>
          </a:xfrm>
          <a:custGeom>
            <a:avLst/>
            <a:gdLst>
              <a:gd name="connsiteX0" fmla="*/ 8135655 w 12194088"/>
              <a:gd name="connsiteY0" fmla="*/ 0 h 6858000"/>
              <a:gd name="connsiteX1" fmla="*/ 12187825 w 12194088"/>
              <a:gd name="connsiteY1" fmla="*/ 2361156 h 6858000"/>
              <a:gd name="connsiteX2" fmla="*/ 12194088 w 12194088"/>
              <a:gd name="connsiteY2" fmla="*/ 6858000 h 6858000"/>
              <a:gd name="connsiteX3" fmla="*/ 0 w 12194088"/>
              <a:gd name="connsiteY3" fmla="*/ 6858000 h 6858000"/>
              <a:gd name="connsiteX4" fmla="*/ 0 w 12194088"/>
              <a:gd name="connsiteY4" fmla="*/ 0 h 6858000"/>
              <a:gd name="connsiteX5" fmla="*/ 8135655 w 12194088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4088" h="6858000">
                <a:moveTo>
                  <a:pt x="8135655" y="0"/>
                </a:moveTo>
                <a:lnTo>
                  <a:pt x="12187825" y="2361156"/>
                </a:lnTo>
                <a:cubicBezTo>
                  <a:pt x="12189913" y="3860104"/>
                  <a:pt x="12192000" y="5359052"/>
                  <a:pt x="12194088" y="6858000"/>
                </a:cubicBezTo>
                <a:lnTo>
                  <a:pt x="0" y="6858000"/>
                </a:lnTo>
                <a:lnTo>
                  <a:pt x="0" y="0"/>
                </a:lnTo>
                <a:lnTo>
                  <a:pt x="8135655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9AED6B8-A172-634F-A863-A430FCA31B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5" y="1422400"/>
            <a:ext cx="3068638" cy="985838"/>
          </a:xfrm>
        </p:spPr>
        <p:txBody>
          <a:bodyPr lIns="0" tIns="0" rIns="0" bIns="0">
            <a:noAutofit/>
          </a:bodyPr>
          <a:lstStyle>
            <a:lvl1pPr marL="7938" indent="0">
              <a:buNone/>
              <a:tabLst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7938" indent="0">
              <a:buNone/>
              <a:tabLst/>
              <a:defRPr sz="1800"/>
            </a:lvl2pPr>
            <a:lvl3pPr marL="7938" indent="0">
              <a:buNone/>
              <a:tabLst/>
              <a:defRPr sz="1800"/>
            </a:lvl3pPr>
            <a:lvl4pPr marL="7938" indent="0">
              <a:buNone/>
              <a:tabLst/>
              <a:defRPr sz="1800"/>
            </a:lvl4pPr>
            <a:lvl5pPr marL="7938" indent="0">
              <a:buNone/>
              <a:tabLst/>
              <a:defRPr sz="18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C8C4F23-1A89-804E-8593-8E3037FBC38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5325" y="3246698"/>
            <a:ext cx="3068638" cy="2334360"/>
          </a:xfrm>
        </p:spPr>
        <p:txBody>
          <a:bodyPr lIns="0" tIns="0" rIns="0" bIns="0">
            <a:noAutofit/>
          </a:bodyPr>
          <a:lstStyle>
            <a:lvl1pPr marL="7938" indent="0">
              <a:buNone/>
              <a:tabLst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7938" indent="0">
              <a:buNone/>
              <a:tabLst/>
              <a:defRPr sz="1800">
                <a:solidFill>
                  <a:schemeClr val="tx2"/>
                </a:solidFill>
              </a:defRPr>
            </a:lvl2pPr>
            <a:lvl3pPr marL="7938" indent="0">
              <a:buNone/>
              <a:tabLst/>
              <a:defRPr sz="1800">
                <a:solidFill>
                  <a:schemeClr val="tx2"/>
                </a:solidFill>
              </a:defRPr>
            </a:lvl3pPr>
            <a:lvl4pPr marL="7938" indent="0">
              <a:buNone/>
              <a:tabLst/>
              <a:defRPr sz="1800">
                <a:solidFill>
                  <a:schemeClr val="tx2"/>
                </a:solidFill>
              </a:defRPr>
            </a:lvl4pPr>
            <a:lvl5pPr marL="7938" indent="0">
              <a:buNone/>
              <a:tabLst/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809AF570-C745-5241-BDB2-3F3C6B5125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178081" y="3246699"/>
            <a:ext cx="1638015" cy="2334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 dirty="0"/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0DDB6E15-9D3E-8048-859B-F03F1DA0EEE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30214" y="3246699"/>
            <a:ext cx="1638015" cy="2334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E6286804-E86C-B243-9155-B54B48C0680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282348" y="3246699"/>
            <a:ext cx="1638015" cy="2334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 dirty="0"/>
          </a:p>
        </p:txBody>
      </p:sp>
      <p:sp>
        <p:nvSpPr>
          <p:cNvPr id="26" name="Rectangle 25"/>
          <p:cNvSpPr/>
          <p:nvPr userDrawn="1"/>
        </p:nvSpPr>
        <p:spPr>
          <a:xfrm rot="19748668">
            <a:off x="721645" y="887647"/>
            <a:ext cx="628650" cy="13872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512763"/>
            <a:ext cx="10764836" cy="909637"/>
          </a:xfrm>
        </p:spPr>
        <p:txBody>
          <a:bodyPr lIns="0" tIns="0" rIns="0" bIns="0" anchor="t" anchorCtr="0">
            <a:noAutofit/>
          </a:bodyPr>
          <a:lstStyle>
            <a:lvl1pPr>
              <a:defRPr sz="3200">
                <a:solidFill>
                  <a:srgbClr val="273370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Slide title goes here</a:t>
            </a:r>
            <a:endParaRPr lang="ar-SA" dirty="0"/>
          </a:p>
        </p:txBody>
      </p:sp>
      <p:sp>
        <p:nvSpPr>
          <p:cNvPr id="31" name="TextBox 30"/>
          <p:cNvSpPr txBox="1"/>
          <p:nvPr userDrawn="1"/>
        </p:nvSpPr>
        <p:spPr>
          <a:xfrm>
            <a:off x="11079161" y="6461970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3" name="Triangle 16">
            <a:extLst>
              <a:ext uri="{FF2B5EF4-FFF2-40B4-BE49-F238E27FC236}">
                <a16:creationId xmlns:a16="http://schemas.microsoft.com/office/drawing/2014/main" id="{B118DDEA-9223-2C42-8363-F6A82B6B1F73}"/>
              </a:ext>
            </a:extLst>
          </p:cNvPr>
          <p:cNvSpPr/>
          <p:nvPr userDrawn="1"/>
        </p:nvSpPr>
        <p:spPr>
          <a:xfrm rot="16200000">
            <a:off x="4415375" y="-187957"/>
            <a:ext cx="436639" cy="376413"/>
          </a:xfrm>
          <a:prstGeom prst="triangle">
            <a:avLst/>
          </a:prstGeom>
          <a:gradFill>
            <a:gsLst>
              <a:gs pos="50000">
                <a:srgbClr val="33CC99"/>
              </a:gs>
              <a:gs pos="0">
                <a:srgbClr val="99D633"/>
              </a:gs>
              <a:gs pos="100000">
                <a:srgbClr val="273370"/>
              </a:gs>
            </a:gsLst>
            <a:lin ang="10800000" scaled="0"/>
          </a:gra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S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+mn-lt"/>
            </a:endParaRPr>
          </a:p>
        </p:txBody>
      </p:sp>
      <p:sp>
        <p:nvSpPr>
          <p:cNvPr id="34" name="Triangle 17">
            <a:extLst>
              <a:ext uri="{FF2B5EF4-FFF2-40B4-BE49-F238E27FC236}">
                <a16:creationId xmlns:a16="http://schemas.microsoft.com/office/drawing/2014/main" id="{41E55C41-F1EE-EC47-8F3A-432F55C5943B}"/>
              </a:ext>
            </a:extLst>
          </p:cNvPr>
          <p:cNvSpPr/>
          <p:nvPr userDrawn="1"/>
        </p:nvSpPr>
        <p:spPr>
          <a:xfrm rot="5400000">
            <a:off x="6624277" y="883027"/>
            <a:ext cx="436639" cy="376413"/>
          </a:xfrm>
          <a:prstGeom prst="triangle">
            <a:avLst/>
          </a:prstGeom>
          <a:gradFill>
            <a:gsLst>
              <a:gs pos="50000">
                <a:srgbClr val="FF6633"/>
              </a:gs>
              <a:gs pos="0">
                <a:srgbClr val="FCBD4C"/>
              </a:gs>
              <a:gs pos="100000">
                <a:srgbClr val="273370"/>
              </a:gs>
            </a:gsLst>
            <a:lin ang="0" scaled="0"/>
          </a:gra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S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+mn-lt"/>
            </a:endParaRPr>
          </a:p>
        </p:txBody>
      </p:sp>
      <p:sp>
        <p:nvSpPr>
          <p:cNvPr id="35" name="Rectangle 15">
            <a:extLst>
              <a:ext uri="{FF2B5EF4-FFF2-40B4-BE49-F238E27FC236}">
                <a16:creationId xmlns:a16="http://schemas.microsoft.com/office/drawing/2014/main" id="{90B6C4FF-9E23-6B47-AF70-E1D961089043}"/>
              </a:ext>
            </a:extLst>
          </p:cNvPr>
          <p:cNvSpPr/>
          <p:nvPr userDrawn="1"/>
        </p:nvSpPr>
        <p:spPr>
          <a:xfrm>
            <a:off x="0" y="1710538"/>
            <a:ext cx="372066" cy="1076806"/>
          </a:xfrm>
          <a:custGeom>
            <a:avLst/>
            <a:gdLst>
              <a:gd name="connsiteX0" fmla="*/ 0 w 372066"/>
              <a:gd name="connsiteY0" fmla="*/ 0 h 849782"/>
              <a:gd name="connsiteX1" fmla="*/ 372066 w 372066"/>
              <a:gd name="connsiteY1" fmla="*/ 0 h 849782"/>
              <a:gd name="connsiteX2" fmla="*/ 372066 w 372066"/>
              <a:gd name="connsiteY2" fmla="*/ 849782 h 849782"/>
              <a:gd name="connsiteX3" fmla="*/ 0 w 372066"/>
              <a:gd name="connsiteY3" fmla="*/ 849782 h 849782"/>
              <a:gd name="connsiteX4" fmla="*/ 0 w 372066"/>
              <a:gd name="connsiteY4" fmla="*/ 0 h 849782"/>
              <a:gd name="connsiteX0" fmla="*/ 0 w 372066"/>
              <a:gd name="connsiteY0" fmla="*/ 0 h 1076806"/>
              <a:gd name="connsiteX1" fmla="*/ 372066 w 372066"/>
              <a:gd name="connsiteY1" fmla="*/ 0 h 1076806"/>
              <a:gd name="connsiteX2" fmla="*/ 372066 w 372066"/>
              <a:gd name="connsiteY2" fmla="*/ 1076806 h 1076806"/>
              <a:gd name="connsiteX3" fmla="*/ 0 w 372066"/>
              <a:gd name="connsiteY3" fmla="*/ 849782 h 1076806"/>
              <a:gd name="connsiteX4" fmla="*/ 0 w 372066"/>
              <a:gd name="connsiteY4" fmla="*/ 0 h 1076806"/>
              <a:gd name="connsiteX0" fmla="*/ 0 w 372066"/>
              <a:gd name="connsiteY0" fmla="*/ 0 h 1076806"/>
              <a:gd name="connsiteX1" fmla="*/ 346841 w 372066"/>
              <a:gd name="connsiteY1" fmla="*/ 296392 h 1076806"/>
              <a:gd name="connsiteX2" fmla="*/ 372066 w 372066"/>
              <a:gd name="connsiteY2" fmla="*/ 1076806 h 1076806"/>
              <a:gd name="connsiteX3" fmla="*/ 0 w 372066"/>
              <a:gd name="connsiteY3" fmla="*/ 849782 h 1076806"/>
              <a:gd name="connsiteX4" fmla="*/ 0 w 372066"/>
              <a:gd name="connsiteY4" fmla="*/ 0 h 1076806"/>
              <a:gd name="connsiteX0" fmla="*/ 0 w 372066"/>
              <a:gd name="connsiteY0" fmla="*/ 0 h 1076806"/>
              <a:gd name="connsiteX1" fmla="*/ 365759 w 372066"/>
              <a:gd name="connsiteY1" fmla="*/ 214411 h 1076806"/>
              <a:gd name="connsiteX2" fmla="*/ 372066 w 372066"/>
              <a:gd name="connsiteY2" fmla="*/ 1076806 h 1076806"/>
              <a:gd name="connsiteX3" fmla="*/ 0 w 372066"/>
              <a:gd name="connsiteY3" fmla="*/ 849782 h 1076806"/>
              <a:gd name="connsiteX4" fmla="*/ 0 w 372066"/>
              <a:gd name="connsiteY4" fmla="*/ 0 h 1076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066" h="1076806">
                <a:moveTo>
                  <a:pt x="0" y="0"/>
                </a:moveTo>
                <a:lnTo>
                  <a:pt x="365759" y="214411"/>
                </a:lnTo>
                <a:cubicBezTo>
                  <a:pt x="367861" y="501876"/>
                  <a:pt x="369964" y="789341"/>
                  <a:pt x="372066" y="1076806"/>
                </a:cubicBezTo>
                <a:lnTo>
                  <a:pt x="0" y="84978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50000">
                <a:srgbClr val="33CC99"/>
              </a:gs>
              <a:gs pos="0">
                <a:srgbClr val="99D633"/>
              </a:gs>
              <a:gs pos="100000">
                <a:srgbClr val="273370"/>
              </a:gs>
            </a:gsLst>
            <a:lin ang="5400000" scaled="0"/>
          </a:gra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S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+mn-lt"/>
            </a:endParaRPr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FAD99CFF-0ACC-314D-BEDA-1BCD33AF0903}"/>
              </a:ext>
            </a:extLst>
          </p:cNvPr>
          <p:cNvSpPr/>
          <p:nvPr userDrawn="1"/>
        </p:nvSpPr>
        <p:spPr>
          <a:xfrm>
            <a:off x="8495145" y="6221289"/>
            <a:ext cx="730250" cy="862233"/>
          </a:xfrm>
          <a:custGeom>
            <a:avLst/>
            <a:gdLst>
              <a:gd name="connsiteX0" fmla="*/ 361950 w 730250"/>
              <a:gd name="connsiteY0" fmla="*/ 638175 h 638175"/>
              <a:gd name="connsiteX1" fmla="*/ 730250 w 730250"/>
              <a:gd name="connsiteY1" fmla="*/ 638175 h 638175"/>
              <a:gd name="connsiteX2" fmla="*/ 730250 w 730250"/>
              <a:gd name="connsiteY2" fmla="*/ 212725 h 638175"/>
              <a:gd name="connsiteX3" fmla="*/ 358775 w 730250"/>
              <a:gd name="connsiteY3" fmla="*/ 0 h 638175"/>
              <a:gd name="connsiteX4" fmla="*/ 0 w 730250"/>
              <a:gd name="connsiteY4" fmla="*/ 215900 h 638175"/>
              <a:gd name="connsiteX5" fmla="*/ 365125 w 730250"/>
              <a:gd name="connsiteY5" fmla="*/ 428625 h 638175"/>
              <a:gd name="connsiteX6" fmla="*/ 361950 w 730250"/>
              <a:gd name="connsiteY6" fmla="*/ 638175 h 638175"/>
              <a:gd name="connsiteX0" fmla="*/ 361950 w 730250"/>
              <a:gd name="connsiteY0" fmla="*/ 638175 h 862233"/>
              <a:gd name="connsiteX1" fmla="*/ 718138 w 730250"/>
              <a:gd name="connsiteY1" fmla="*/ 862233 h 862233"/>
              <a:gd name="connsiteX2" fmla="*/ 730250 w 730250"/>
              <a:gd name="connsiteY2" fmla="*/ 212725 h 862233"/>
              <a:gd name="connsiteX3" fmla="*/ 358775 w 730250"/>
              <a:gd name="connsiteY3" fmla="*/ 0 h 862233"/>
              <a:gd name="connsiteX4" fmla="*/ 0 w 730250"/>
              <a:gd name="connsiteY4" fmla="*/ 215900 h 862233"/>
              <a:gd name="connsiteX5" fmla="*/ 365125 w 730250"/>
              <a:gd name="connsiteY5" fmla="*/ 428625 h 862233"/>
              <a:gd name="connsiteX6" fmla="*/ 361950 w 730250"/>
              <a:gd name="connsiteY6" fmla="*/ 638175 h 862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0250" h="862233">
                <a:moveTo>
                  <a:pt x="361950" y="638175"/>
                </a:moveTo>
                <a:lnTo>
                  <a:pt x="718138" y="862233"/>
                </a:lnTo>
                <a:lnTo>
                  <a:pt x="730250" y="212725"/>
                </a:lnTo>
                <a:lnTo>
                  <a:pt x="358775" y="0"/>
                </a:lnTo>
                <a:lnTo>
                  <a:pt x="0" y="215900"/>
                </a:lnTo>
                <a:lnTo>
                  <a:pt x="365125" y="428625"/>
                </a:lnTo>
                <a:cubicBezTo>
                  <a:pt x="364067" y="498475"/>
                  <a:pt x="363008" y="568325"/>
                  <a:pt x="361950" y="638175"/>
                </a:cubicBezTo>
                <a:close/>
              </a:path>
            </a:pathLst>
          </a:custGeom>
          <a:gradFill>
            <a:gsLst>
              <a:gs pos="50000">
                <a:srgbClr val="6258A6"/>
              </a:gs>
              <a:gs pos="0">
                <a:srgbClr val="66CCFF"/>
              </a:gs>
              <a:gs pos="100000">
                <a:srgbClr val="273370"/>
              </a:gs>
            </a:gsLst>
            <a:lin ang="5400000" scaled="0"/>
          </a:gra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S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86811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9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8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grpSp>
        <p:nvGrpSpPr>
          <p:cNvPr id="11" name="Group 10"/>
          <p:cNvGrpSpPr/>
          <p:nvPr userDrawn="1"/>
        </p:nvGrpSpPr>
        <p:grpSpPr>
          <a:xfrm flipH="1">
            <a:off x="1854763" y="0"/>
            <a:ext cx="10337237" cy="6858001"/>
            <a:chOff x="0" y="0"/>
            <a:chExt cx="10337237" cy="6858001"/>
          </a:xfrm>
        </p:grpSpPr>
        <p:sp>
          <p:nvSpPr>
            <p:cNvPr id="13" name="Freeform 12"/>
            <p:cNvSpPr>
              <a:spLocks/>
            </p:cNvSpPr>
            <p:nvPr userDrawn="1"/>
          </p:nvSpPr>
          <p:spPr bwMode="auto">
            <a:xfrm>
              <a:off x="0" y="0"/>
              <a:ext cx="9965762" cy="6858001"/>
            </a:xfrm>
            <a:custGeom>
              <a:avLst/>
              <a:gdLst>
                <a:gd name="connsiteX0" fmla="*/ 7385001 w 9965762"/>
                <a:gd name="connsiteY0" fmla="*/ 5774783 h 6858001"/>
                <a:gd name="connsiteX1" fmla="*/ 7016701 w 9965762"/>
                <a:gd name="connsiteY1" fmla="*/ 5993858 h 6858001"/>
                <a:gd name="connsiteX2" fmla="*/ 7385001 w 9965762"/>
                <a:gd name="connsiteY2" fmla="*/ 6206583 h 6858001"/>
                <a:gd name="connsiteX3" fmla="*/ 7381057 w 9965762"/>
                <a:gd name="connsiteY3" fmla="*/ 4067175 h 6858001"/>
                <a:gd name="connsiteX4" fmla="*/ 7009582 w 9965762"/>
                <a:gd name="connsiteY4" fmla="*/ 4279900 h 6858001"/>
                <a:gd name="connsiteX5" fmla="*/ 7012757 w 9965762"/>
                <a:gd name="connsiteY5" fmla="*/ 4708525 h 6858001"/>
                <a:gd name="connsiteX6" fmla="*/ 7384232 w 9965762"/>
                <a:gd name="connsiteY6" fmla="*/ 4495800 h 6858001"/>
                <a:gd name="connsiteX7" fmla="*/ 7386331 w 9965762"/>
                <a:gd name="connsiteY7" fmla="*/ 2781300 h 6858001"/>
                <a:gd name="connsiteX8" fmla="*/ 7386331 w 9965762"/>
                <a:gd name="connsiteY8" fmla="*/ 3209925 h 6858001"/>
                <a:gd name="connsiteX9" fmla="*/ 7754631 w 9965762"/>
                <a:gd name="connsiteY9" fmla="*/ 2997200 h 6858001"/>
                <a:gd name="connsiteX10" fmla="*/ 7751456 w 9965762"/>
                <a:gd name="connsiteY10" fmla="*/ 2143125 h 6858001"/>
                <a:gd name="connsiteX11" fmla="*/ 7383156 w 9965762"/>
                <a:gd name="connsiteY11" fmla="*/ 2359025 h 6858001"/>
                <a:gd name="connsiteX12" fmla="*/ 7751456 w 9965762"/>
                <a:gd name="connsiteY12" fmla="*/ 2571750 h 6858001"/>
                <a:gd name="connsiteX13" fmla="*/ 0 w 9965762"/>
                <a:gd name="connsiteY13" fmla="*/ 0 h 6858001"/>
                <a:gd name="connsiteX14" fmla="*/ 929970 w 9965762"/>
                <a:gd name="connsiteY14" fmla="*/ 0 h 6858001"/>
                <a:gd name="connsiteX15" fmla="*/ 2120900 w 9965762"/>
                <a:gd name="connsiteY15" fmla="*/ 0 h 6858001"/>
                <a:gd name="connsiteX16" fmla="*/ 8497581 w 9965762"/>
                <a:gd name="connsiteY16" fmla="*/ 0 h 6858001"/>
                <a:gd name="connsiteX17" fmla="*/ 8494406 w 9965762"/>
                <a:gd name="connsiteY17" fmla="*/ 428625 h 6858001"/>
                <a:gd name="connsiteX18" fmla="*/ 8865881 w 9965762"/>
                <a:gd name="connsiteY18" fmla="*/ 641350 h 6858001"/>
                <a:gd name="connsiteX19" fmla="*/ 8869056 w 9965762"/>
                <a:gd name="connsiteY19" fmla="*/ 212725 h 6858001"/>
                <a:gd name="connsiteX20" fmla="*/ 8497581 w 9965762"/>
                <a:gd name="connsiteY20" fmla="*/ 0 h 6858001"/>
                <a:gd name="connsiteX21" fmla="*/ 9965762 w 9965762"/>
                <a:gd name="connsiteY21" fmla="*/ 0 h 6858001"/>
                <a:gd name="connsiteX22" fmla="*/ 9239920 w 9965762"/>
                <a:gd name="connsiteY22" fmla="*/ 428860 h 6858001"/>
                <a:gd name="connsiteX23" fmla="*/ 9228507 w 9965762"/>
                <a:gd name="connsiteY23" fmla="*/ 1285122 h 6858001"/>
                <a:gd name="connsiteX24" fmla="*/ 8498502 w 9965762"/>
                <a:gd name="connsiteY24" fmla="*/ 1717306 h 6858001"/>
                <a:gd name="connsiteX25" fmla="*/ 8498030 w 9965762"/>
                <a:gd name="connsiteY25" fmla="*/ 2137585 h 6858001"/>
                <a:gd name="connsiteX26" fmla="*/ 8127804 w 9965762"/>
                <a:gd name="connsiteY26" fmla="*/ 2351048 h 6858001"/>
                <a:gd name="connsiteX27" fmla="*/ 8131128 w 9965762"/>
                <a:gd name="connsiteY27" fmla="*/ 3212071 h 6858001"/>
                <a:gd name="connsiteX28" fmla="*/ 8489447 w 9965762"/>
                <a:gd name="connsiteY28" fmla="*/ 3422681 h 6858001"/>
                <a:gd name="connsiteX29" fmla="*/ 8498502 w 9965762"/>
                <a:gd name="connsiteY29" fmla="*/ 3856304 h 6858001"/>
                <a:gd name="connsiteX30" fmla="*/ 8131129 w 9965762"/>
                <a:gd name="connsiteY30" fmla="*/ 4066445 h 6858001"/>
                <a:gd name="connsiteX31" fmla="*/ 8128748 w 9965762"/>
                <a:gd name="connsiteY31" fmla="*/ 4499572 h 6858001"/>
                <a:gd name="connsiteX32" fmla="*/ 9236593 w 9965762"/>
                <a:gd name="connsiteY32" fmla="*/ 5138078 h 6858001"/>
                <a:gd name="connsiteX33" fmla="*/ 9228507 w 9965762"/>
                <a:gd name="connsiteY33" fmla="*/ 5558356 h 6858001"/>
                <a:gd name="connsiteX34" fmla="*/ 8860639 w 9965762"/>
                <a:gd name="connsiteY34" fmla="*/ 5789456 h 6858001"/>
                <a:gd name="connsiteX35" fmla="*/ 8857787 w 9965762"/>
                <a:gd name="connsiteY35" fmla="*/ 6201624 h 6858001"/>
                <a:gd name="connsiteX36" fmla="*/ 8477541 w 9965762"/>
                <a:gd name="connsiteY36" fmla="*/ 6446067 h 6858001"/>
                <a:gd name="connsiteX37" fmla="*/ 8506551 w 9965762"/>
                <a:gd name="connsiteY37" fmla="*/ 6858001 h 6858001"/>
                <a:gd name="connsiteX38" fmla="*/ 2120900 w 9965762"/>
                <a:gd name="connsiteY38" fmla="*/ 6858001 h 6858001"/>
                <a:gd name="connsiteX39" fmla="*/ 929970 w 9965762"/>
                <a:gd name="connsiteY39" fmla="*/ 6858001 h 6858001"/>
                <a:gd name="connsiteX40" fmla="*/ 0 w 9965762"/>
                <a:gd name="connsiteY40" fmla="*/ 6858001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9965762" h="6858001">
                  <a:moveTo>
                    <a:pt x="7385001" y="5774783"/>
                  </a:moveTo>
                  <a:lnTo>
                    <a:pt x="7016701" y="5993858"/>
                  </a:lnTo>
                  <a:lnTo>
                    <a:pt x="7385001" y="6206583"/>
                  </a:lnTo>
                  <a:close/>
                  <a:moveTo>
                    <a:pt x="7381057" y="4067175"/>
                  </a:moveTo>
                  <a:lnTo>
                    <a:pt x="7009582" y="4279900"/>
                  </a:lnTo>
                  <a:lnTo>
                    <a:pt x="7012757" y="4708525"/>
                  </a:lnTo>
                  <a:lnTo>
                    <a:pt x="7384232" y="4495800"/>
                  </a:lnTo>
                  <a:close/>
                  <a:moveTo>
                    <a:pt x="7386331" y="2781300"/>
                  </a:moveTo>
                  <a:lnTo>
                    <a:pt x="7386331" y="3209925"/>
                  </a:lnTo>
                  <a:lnTo>
                    <a:pt x="7754631" y="2997200"/>
                  </a:lnTo>
                  <a:close/>
                  <a:moveTo>
                    <a:pt x="7751456" y="2143125"/>
                  </a:moveTo>
                  <a:lnTo>
                    <a:pt x="7383156" y="2359025"/>
                  </a:lnTo>
                  <a:lnTo>
                    <a:pt x="7751456" y="2571750"/>
                  </a:lnTo>
                  <a:close/>
                  <a:moveTo>
                    <a:pt x="0" y="0"/>
                  </a:moveTo>
                  <a:lnTo>
                    <a:pt x="929970" y="0"/>
                  </a:lnTo>
                  <a:lnTo>
                    <a:pt x="2120900" y="0"/>
                  </a:lnTo>
                  <a:lnTo>
                    <a:pt x="8497581" y="0"/>
                  </a:lnTo>
                  <a:lnTo>
                    <a:pt x="8494406" y="428625"/>
                  </a:lnTo>
                  <a:lnTo>
                    <a:pt x="8865881" y="641350"/>
                  </a:lnTo>
                  <a:lnTo>
                    <a:pt x="8869056" y="212725"/>
                  </a:lnTo>
                  <a:lnTo>
                    <a:pt x="8497581" y="0"/>
                  </a:lnTo>
                  <a:lnTo>
                    <a:pt x="9965762" y="0"/>
                  </a:lnTo>
                  <a:lnTo>
                    <a:pt x="9239920" y="428860"/>
                  </a:lnTo>
                  <a:cubicBezTo>
                    <a:pt x="9239291" y="426943"/>
                    <a:pt x="9226754" y="1296564"/>
                    <a:pt x="9228507" y="1285122"/>
                  </a:cubicBezTo>
                  <a:lnTo>
                    <a:pt x="8498502" y="1717306"/>
                  </a:lnTo>
                  <a:cubicBezTo>
                    <a:pt x="8497551" y="1866130"/>
                    <a:pt x="8498981" y="1988761"/>
                    <a:pt x="8498030" y="2137585"/>
                  </a:cubicBezTo>
                  <a:lnTo>
                    <a:pt x="8127804" y="2351048"/>
                  </a:lnTo>
                  <a:lnTo>
                    <a:pt x="8131128" y="3212071"/>
                  </a:lnTo>
                  <a:lnTo>
                    <a:pt x="8489447" y="3422681"/>
                  </a:lnTo>
                  <a:cubicBezTo>
                    <a:pt x="8488496" y="3570397"/>
                    <a:pt x="8499453" y="3708588"/>
                    <a:pt x="8498502" y="3856304"/>
                  </a:cubicBezTo>
                  <a:lnTo>
                    <a:pt x="8131129" y="4066445"/>
                  </a:lnTo>
                  <a:cubicBezTo>
                    <a:pt x="8131923" y="4210821"/>
                    <a:pt x="8127954" y="4355196"/>
                    <a:pt x="8128748" y="4499572"/>
                  </a:cubicBezTo>
                  <a:lnTo>
                    <a:pt x="9236593" y="5138078"/>
                  </a:lnTo>
                  <a:cubicBezTo>
                    <a:pt x="9234691" y="5278965"/>
                    <a:pt x="9230409" y="5417469"/>
                    <a:pt x="9228507" y="5558356"/>
                  </a:cubicBezTo>
                  <a:lnTo>
                    <a:pt x="8860639" y="5789456"/>
                  </a:lnTo>
                  <a:cubicBezTo>
                    <a:pt x="8859688" y="5926845"/>
                    <a:pt x="8858738" y="6064235"/>
                    <a:pt x="8857787" y="6201624"/>
                  </a:cubicBezTo>
                  <a:lnTo>
                    <a:pt x="8477541" y="6446067"/>
                  </a:lnTo>
                  <a:lnTo>
                    <a:pt x="8506551" y="6858001"/>
                  </a:lnTo>
                  <a:lnTo>
                    <a:pt x="2120900" y="6858001"/>
                  </a:lnTo>
                  <a:lnTo>
                    <a:pt x="929970" y="6858001"/>
                  </a:lnTo>
                  <a:lnTo>
                    <a:pt x="0" y="685800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4" name="Freeform 30"/>
            <p:cNvSpPr>
              <a:spLocks/>
            </p:cNvSpPr>
            <p:nvPr userDrawn="1"/>
          </p:nvSpPr>
          <p:spPr bwMode="auto">
            <a:xfrm flipH="1">
              <a:off x="8859274" y="3425825"/>
              <a:ext cx="371475" cy="857250"/>
            </a:xfrm>
            <a:custGeom>
              <a:avLst/>
              <a:gdLst>
                <a:gd name="T0" fmla="*/ 0 w 234"/>
                <a:gd name="T1" fmla="*/ 0 h 540"/>
                <a:gd name="T2" fmla="*/ 0 w 234"/>
                <a:gd name="T3" fmla="*/ 540 h 540"/>
                <a:gd name="T4" fmla="*/ 234 w 234"/>
                <a:gd name="T5" fmla="*/ 406 h 540"/>
                <a:gd name="T6" fmla="*/ 234 w 234"/>
                <a:gd name="T7" fmla="*/ 134 h 540"/>
                <a:gd name="T8" fmla="*/ 0 w 234"/>
                <a:gd name="T9" fmla="*/ 0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4" h="540">
                  <a:moveTo>
                    <a:pt x="0" y="0"/>
                  </a:moveTo>
                  <a:lnTo>
                    <a:pt x="0" y="540"/>
                  </a:lnTo>
                  <a:lnTo>
                    <a:pt x="234" y="406"/>
                  </a:lnTo>
                  <a:lnTo>
                    <a:pt x="234" y="13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100000">
                  <a:srgbClr val="149E7C"/>
                </a:gs>
                <a:gs pos="0">
                  <a:srgbClr val="1EAE71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31"/>
            <p:cNvSpPr>
              <a:spLocks/>
            </p:cNvSpPr>
            <p:nvPr userDrawn="1"/>
          </p:nvSpPr>
          <p:spPr bwMode="auto">
            <a:xfrm flipH="1">
              <a:off x="7382899" y="3425825"/>
              <a:ext cx="742950" cy="644525"/>
            </a:xfrm>
            <a:custGeom>
              <a:avLst/>
              <a:gdLst>
                <a:gd name="T0" fmla="*/ 2 w 468"/>
                <a:gd name="T1" fmla="*/ 406 h 406"/>
                <a:gd name="T2" fmla="*/ 468 w 468"/>
                <a:gd name="T3" fmla="*/ 134 h 406"/>
                <a:gd name="T4" fmla="*/ 234 w 468"/>
                <a:gd name="T5" fmla="*/ 0 h 406"/>
                <a:gd name="T6" fmla="*/ 0 w 468"/>
                <a:gd name="T7" fmla="*/ 136 h 406"/>
                <a:gd name="T8" fmla="*/ 2 w 468"/>
                <a:gd name="T9" fmla="*/ 406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8" h="406">
                  <a:moveTo>
                    <a:pt x="2" y="406"/>
                  </a:moveTo>
                  <a:lnTo>
                    <a:pt x="468" y="134"/>
                  </a:lnTo>
                  <a:lnTo>
                    <a:pt x="234" y="0"/>
                  </a:lnTo>
                  <a:lnTo>
                    <a:pt x="0" y="136"/>
                  </a:lnTo>
                  <a:lnTo>
                    <a:pt x="2" y="406"/>
                  </a:lnTo>
                  <a:close/>
                </a:path>
              </a:pathLst>
            </a:custGeom>
            <a:gradFill>
              <a:gsLst>
                <a:gs pos="100000">
                  <a:srgbClr val="EE6134"/>
                </a:gs>
                <a:gs pos="0">
                  <a:srgbClr val="FF6E35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32"/>
            <p:cNvSpPr>
              <a:spLocks/>
            </p:cNvSpPr>
            <p:nvPr userDrawn="1"/>
          </p:nvSpPr>
          <p:spPr bwMode="auto">
            <a:xfrm flipH="1">
              <a:off x="9968937" y="4067175"/>
              <a:ext cx="368300" cy="428625"/>
            </a:xfrm>
            <a:custGeom>
              <a:avLst/>
              <a:gdLst>
                <a:gd name="T0" fmla="*/ 232 w 232"/>
                <a:gd name="T1" fmla="*/ 136 h 270"/>
                <a:gd name="T2" fmla="*/ 0 w 232"/>
                <a:gd name="T3" fmla="*/ 270 h 270"/>
                <a:gd name="T4" fmla="*/ 0 w 232"/>
                <a:gd name="T5" fmla="*/ 0 h 270"/>
                <a:gd name="T6" fmla="*/ 232 w 232"/>
                <a:gd name="T7" fmla="*/ 136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2" h="270">
                  <a:moveTo>
                    <a:pt x="232" y="136"/>
                  </a:moveTo>
                  <a:lnTo>
                    <a:pt x="0" y="270"/>
                  </a:lnTo>
                  <a:lnTo>
                    <a:pt x="0" y="0"/>
                  </a:lnTo>
                  <a:lnTo>
                    <a:pt x="232" y="136"/>
                  </a:lnTo>
                  <a:close/>
                </a:path>
              </a:pathLst>
            </a:custGeom>
            <a:gradFill>
              <a:gsLst>
                <a:gs pos="100000">
                  <a:srgbClr val="4E498C"/>
                </a:gs>
                <a:gs pos="0">
                  <a:srgbClr val="544D93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33"/>
            <p:cNvSpPr>
              <a:spLocks/>
            </p:cNvSpPr>
            <p:nvPr userDrawn="1"/>
          </p:nvSpPr>
          <p:spPr bwMode="auto">
            <a:xfrm flipH="1">
              <a:off x="9230750" y="4708525"/>
              <a:ext cx="366712" cy="431800"/>
            </a:xfrm>
            <a:custGeom>
              <a:avLst/>
              <a:gdLst>
                <a:gd name="T0" fmla="*/ 0 w 231"/>
                <a:gd name="T1" fmla="*/ 136 h 272"/>
                <a:gd name="T2" fmla="*/ 231 w 231"/>
                <a:gd name="T3" fmla="*/ 0 h 272"/>
                <a:gd name="T4" fmla="*/ 231 w 231"/>
                <a:gd name="T5" fmla="*/ 272 h 272"/>
                <a:gd name="T6" fmla="*/ 0 w 231"/>
                <a:gd name="T7" fmla="*/ 136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1" h="272">
                  <a:moveTo>
                    <a:pt x="0" y="136"/>
                  </a:moveTo>
                  <a:lnTo>
                    <a:pt x="231" y="0"/>
                  </a:lnTo>
                  <a:lnTo>
                    <a:pt x="231" y="272"/>
                  </a:lnTo>
                  <a:lnTo>
                    <a:pt x="0" y="136"/>
                  </a:lnTo>
                  <a:close/>
                </a:path>
              </a:pathLst>
            </a:custGeom>
            <a:gradFill>
              <a:gsLst>
                <a:gs pos="100000">
                  <a:srgbClr val="A64D40"/>
                </a:gs>
                <a:gs pos="0">
                  <a:srgbClr val="BB533D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34"/>
            <p:cNvSpPr>
              <a:spLocks/>
            </p:cNvSpPr>
            <p:nvPr userDrawn="1"/>
          </p:nvSpPr>
          <p:spPr bwMode="auto">
            <a:xfrm flipH="1">
              <a:off x="7751199" y="1282700"/>
              <a:ext cx="371475" cy="428625"/>
            </a:xfrm>
            <a:custGeom>
              <a:avLst/>
              <a:gdLst>
                <a:gd name="T0" fmla="*/ 0 w 234"/>
                <a:gd name="T1" fmla="*/ 134 h 270"/>
                <a:gd name="T2" fmla="*/ 234 w 234"/>
                <a:gd name="T3" fmla="*/ 0 h 270"/>
                <a:gd name="T4" fmla="*/ 234 w 234"/>
                <a:gd name="T5" fmla="*/ 270 h 270"/>
                <a:gd name="T6" fmla="*/ 0 w 234"/>
                <a:gd name="T7" fmla="*/ 134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4" h="270">
                  <a:moveTo>
                    <a:pt x="0" y="134"/>
                  </a:moveTo>
                  <a:lnTo>
                    <a:pt x="234" y="0"/>
                  </a:lnTo>
                  <a:lnTo>
                    <a:pt x="234" y="270"/>
                  </a:lnTo>
                  <a:lnTo>
                    <a:pt x="0" y="134"/>
                  </a:lnTo>
                  <a:close/>
                </a:path>
              </a:pathLst>
            </a:custGeom>
            <a:gradFill>
              <a:gsLst>
                <a:gs pos="100000">
                  <a:srgbClr val="96CC65"/>
                </a:gs>
                <a:gs pos="0">
                  <a:srgbClr val="87C227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35"/>
            <p:cNvSpPr>
              <a:spLocks/>
            </p:cNvSpPr>
            <p:nvPr userDrawn="1"/>
          </p:nvSpPr>
          <p:spPr bwMode="auto">
            <a:xfrm flipH="1">
              <a:off x="8494149" y="1924050"/>
              <a:ext cx="368300" cy="428625"/>
            </a:xfrm>
            <a:custGeom>
              <a:avLst/>
              <a:gdLst>
                <a:gd name="T0" fmla="*/ 232 w 232"/>
                <a:gd name="T1" fmla="*/ 136 h 270"/>
                <a:gd name="T2" fmla="*/ 0 w 232"/>
                <a:gd name="T3" fmla="*/ 270 h 270"/>
                <a:gd name="T4" fmla="*/ 0 w 232"/>
                <a:gd name="T5" fmla="*/ 0 h 270"/>
                <a:gd name="T6" fmla="*/ 232 w 232"/>
                <a:gd name="T7" fmla="*/ 136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2" h="270">
                  <a:moveTo>
                    <a:pt x="232" y="136"/>
                  </a:moveTo>
                  <a:lnTo>
                    <a:pt x="0" y="270"/>
                  </a:lnTo>
                  <a:lnTo>
                    <a:pt x="0" y="0"/>
                  </a:lnTo>
                  <a:lnTo>
                    <a:pt x="232" y="136"/>
                  </a:lnTo>
                  <a:close/>
                </a:path>
              </a:pathLst>
            </a:custGeom>
            <a:gradFill>
              <a:gsLst>
                <a:gs pos="100000">
                  <a:srgbClr val="FF9441"/>
                </a:gs>
                <a:gs pos="0">
                  <a:srgbClr val="FE9541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36"/>
            <p:cNvSpPr>
              <a:spLocks/>
            </p:cNvSpPr>
            <p:nvPr userDrawn="1"/>
          </p:nvSpPr>
          <p:spPr bwMode="auto">
            <a:xfrm flipH="1">
              <a:off x="9597462" y="5137150"/>
              <a:ext cx="371475" cy="428625"/>
            </a:xfrm>
            <a:custGeom>
              <a:avLst/>
              <a:gdLst>
                <a:gd name="T0" fmla="*/ 234 w 234"/>
                <a:gd name="T1" fmla="*/ 136 h 270"/>
                <a:gd name="T2" fmla="*/ 0 w 234"/>
                <a:gd name="T3" fmla="*/ 270 h 270"/>
                <a:gd name="T4" fmla="*/ 0 w 234"/>
                <a:gd name="T5" fmla="*/ 0 h 270"/>
                <a:gd name="T6" fmla="*/ 234 w 234"/>
                <a:gd name="T7" fmla="*/ 136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4" h="270">
                  <a:moveTo>
                    <a:pt x="234" y="136"/>
                  </a:moveTo>
                  <a:lnTo>
                    <a:pt x="0" y="270"/>
                  </a:lnTo>
                  <a:lnTo>
                    <a:pt x="0" y="0"/>
                  </a:lnTo>
                  <a:lnTo>
                    <a:pt x="234" y="136"/>
                  </a:lnTo>
                  <a:close/>
                </a:path>
              </a:pathLst>
            </a:custGeom>
            <a:gradFill>
              <a:gsLst>
                <a:gs pos="100000">
                  <a:srgbClr val="1E6B74"/>
                </a:gs>
                <a:gs pos="0">
                  <a:srgbClr val="1B7372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37"/>
            <p:cNvSpPr>
              <a:spLocks/>
            </p:cNvSpPr>
            <p:nvPr userDrawn="1"/>
          </p:nvSpPr>
          <p:spPr bwMode="auto">
            <a:xfrm flipH="1">
              <a:off x="7386074" y="4708525"/>
              <a:ext cx="368300" cy="431800"/>
            </a:xfrm>
            <a:custGeom>
              <a:avLst/>
              <a:gdLst>
                <a:gd name="T0" fmla="*/ 232 w 232"/>
                <a:gd name="T1" fmla="*/ 138 h 272"/>
                <a:gd name="T2" fmla="*/ 0 w 232"/>
                <a:gd name="T3" fmla="*/ 272 h 272"/>
                <a:gd name="T4" fmla="*/ 0 w 232"/>
                <a:gd name="T5" fmla="*/ 0 h 272"/>
                <a:gd name="T6" fmla="*/ 232 w 232"/>
                <a:gd name="T7" fmla="*/ 138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2" h="272">
                  <a:moveTo>
                    <a:pt x="232" y="138"/>
                  </a:moveTo>
                  <a:lnTo>
                    <a:pt x="0" y="272"/>
                  </a:lnTo>
                  <a:lnTo>
                    <a:pt x="0" y="0"/>
                  </a:lnTo>
                  <a:lnTo>
                    <a:pt x="232" y="138"/>
                  </a:lnTo>
                  <a:close/>
                </a:path>
              </a:pathLst>
            </a:custGeom>
            <a:gradFill>
              <a:gsLst>
                <a:gs pos="100000">
                  <a:srgbClr val="484484"/>
                </a:gs>
                <a:gs pos="0">
                  <a:srgbClr val="4F498C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38"/>
            <p:cNvSpPr>
              <a:spLocks/>
            </p:cNvSpPr>
            <p:nvPr userDrawn="1"/>
          </p:nvSpPr>
          <p:spPr bwMode="auto">
            <a:xfrm flipH="1">
              <a:off x="9597462" y="6419850"/>
              <a:ext cx="371475" cy="428625"/>
            </a:xfrm>
            <a:custGeom>
              <a:avLst/>
              <a:gdLst>
                <a:gd name="T0" fmla="*/ 234 w 234"/>
                <a:gd name="T1" fmla="*/ 136 h 270"/>
                <a:gd name="T2" fmla="*/ 0 w 234"/>
                <a:gd name="T3" fmla="*/ 270 h 270"/>
                <a:gd name="T4" fmla="*/ 0 w 234"/>
                <a:gd name="T5" fmla="*/ 0 h 270"/>
                <a:gd name="T6" fmla="*/ 234 w 234"/>
                <a:gd name="T7" fmla="*/ 136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4" h="270">
                  <a:moveTo>
                    <a:pt x="234" y="136"/>
                  </a:moveTo>
                  <a:lnTo>
                    <a:pt x="0" y="270"/>
                  </a:lnTo>
                  <a:lnTo>
                    <a:pt x="0" y="0"/>
                  </a:lnTo>
                  <a:lnTo>
                    <a:pt x="234" y="136"/>
                  </a:lnTo>
                  <a:close/>
                </a:path>
              </a:pathLst>
            </a:custGeom>
            <a:gradFill>
              <a:gsLst>
                <a:gs pos="100000">
                  <a:srgbClr val="353055"/>
                </a:gs>
                <a:gs pos="0">
                  <a:srgbClr val="48324D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39"/>
            <p:cNvSpPr>
              <a:spLocks/>
            </p:cNvSpPr>
            <p:nvPr userDrawn="1"/>
          </p:nvSpPr>
          <p:spPr bwMode="auto">
            <a:xfrm flipH="1">
              <a:off x="7754374" y="6207125"/>
              <a:ext cx="368300" cy="428625"/>
            </a:xfrm>
            <a:custGeom>
              <a:avLst/>
              <a:gdLst>
                <a:gd name="T0" fmla="*/ 232 w 232"/>
                <a:gd name="T1" fmla="*/ 136 h 270"/>
                <a:gd name="T2" fmla="*/ 0 w 232"/>
                <a:gd name="T3" fmla="*/ 270 h 270"/>
                <a:gd name="T4" fmla="*/ 0 w 232"/>
                <a:gd name="T5" fmla="*/ 0 h 270"/>
                <a:gd name="T6" fmla="*/ 232 w 232"/>
                <a:gd name="T7" fmla="*/ 136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2" h="270">
                  <a:moveTo>
                    <a:pt x="232" y="136"/>
                  </a:moveTo>
                  <a:lnTo>
                    <a:pt x="0" y="270"/>
                  </a:lnTo>
                  <a:lnTo>
                    <a:pt x="0" y="0"/>
                  </a:lnTo>
                  <a:lnTo>
                    <a:pt x="232" y="136"/>
                  </a:lnTo>
                  <a:close/>
                </a:path>
              </a:pathLst>
            </a:custGeom>
            <a:gradFill>
              <a:gsLst>
                <a:gs pos="100000">
                  <a:srgbClr val="2C2F5E"/>
                </a:gs>
                <a:gs pos="0">
                  <a:srgbClr val="303265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40"/>
            <p:cNvSpPr>
              <a:spLocks/>
            </p:cNvSpPr>
            <p:nvPr userDrawn="1"/>
          </p:nvSpPr>
          <p:spPr bwMode="auto">
            <a:xfrm flipH="1">
              <a:off x="7751199" y="5565775"/>
              <a:ext cx="371475" cy="428625"/>
            </a:xfrm>
            <a:custGeom>
              <a:avLst/>
              <a:gdLst>
                <a:gd name="T0" fmla="*/ 0 w 234"/>
                <a:gd name="T1" fmla="*/ 136 h 270"/>
                <a:gd name="T2" fmla="*/ 234 w 234"/>
                <a:gd name="T3" fmla="*/ 270 h 270"/>
                <a:gd name="T4" fmla="*/ 234 w 234"/>
                <a:gd name="T5" fmla="*/ 0 h 270"/>
                <a:gd name="T6" fmla="*/ 0 w 234"/>
                <a:gd name="T7" fmla="*/ 136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4" h="270">
                  <a:moveTo>
                    <a:pt x="0" y="136"/>
                  </a:moveTo>
                  <a:lnTo>
                    <a:pt x="234" y="270"/>
                  </a:lnTo>
                  <a:lnTo>
                    <a:pt x="234" y="0"/>
                  </a:lnTo>
                  <a:lnTo>
                    <a:pt x="0" y="136"/>
                  </a:lnTo>
                  <a:close/>
                </a:path>
              </a:pathLst>
            </a:custGeom>
            <a:gradFill>
              <a:gsLst>
                <a:gs pos="100000">
                  <a:srgbClr val="7C535D"/>
                </a:gs>
                <a:gs pos="0">
                  <a:srgbClr val="824345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41"/>
            <p:cNvSpPr>
              <a:spLocks/>
            </p:cNvSpPr>
            <p:nvPr userDrawn="1"/>
          </p:nvSpPr>
          <p:spPr bwMode="auto">
            <a:xfrm flipH="1">
              <a:off x="8862449" y="5994400"/>
              <a:ext cx="374650" cy="641350"/>
            </a:xfrm>
            <a:custGeom>
              <a:avLst/>
              <a:gdLst>
                <a:gd name="T0" fmla="*/ 2 w 236"/>
                <a:gd name="T1" fmla="*/ 0 h 404"/>
                <a:gd name="T2" fmla="*/ 0 w 236"/>
                <a:gd name="T3" fmla="*/ 270 h 404"/>
                <a:gd name="T4" fmla="*/ 234 w 236"/>
                <a:gd name="T5" fmla="*/ 404 h 404"/>
                <a:gd name="T6" fmla="*/ 236 w 236"/>
                <a:gd name="T7" fmla="*/ 134 h 404"/>
                <a:gd name="T8" fmla="*/ 2 w 236"/>
                <a:gd name="T9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6" h="404">
                  <a:moveTo>
                    <a:pt x="2" y="0"/>
                  </a:moveTo>
                  <a:lnTo>
                    <a:pt x="0" y="270"/>
                  </a:lnTo>
                  <a:lnTo>
                    <a:pt x="234" y="404"/>
                  </a:lnTo>
                  <a:lnTo>
                    <a:pt x="236" y="134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100000">
                  <a:srgbClr val="2C2F5E"/>
                </a:gs>
                <a:gs pos="0">
                  <a:srgbClr val="36366B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42"/>
            <p:cNvSpPr>
              <a:spLocks/>
            </p:cNvSpPr>
            <p:nvPr userDrawn="1"/>
          </p:nvSpPr>
          <p:spPr bwMode="auto">
            <a:xfrm flipH="1">
              <a:off x="8119499" y="854075"/>
              <a:ext cx="739775" cy="428625"/>
            </a:xfrm>
            <a:custGeom>
              <a:avLst/>
              <a:gdLst>
                <a:gd name="T0" fmla="*/ 466 w 466"/>
                <a:gd name="T1" fmla="*/ 136 h 270"/>
                <a:gd name="T2" fmla="*/ 232 w 466"/>
                <a:gd name="T3" fmla="*/ 270 h 270"/>
                <a:gd name="T4" fmla="*/ 0 w 466"/>
                <a:gd name="T5" fmla="*/ 136 h 270"/>
                <a:gd name="T6" fmla="*/ 232 w 466"/>
                <a:gd name="T7" fmla="*/ 0 h 270"/>
                <a:gd name="T8" fmla="*/ 466 w 466"/>
                <a:gd name="T9" fmla="*/ 136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6" h="270">
                  <a:moveTo>
                    <a:pt x="466" y="136"/>
                  </a:moveTo>
                  <a:lnTo>
                    <a:pt x="232" y="270"/>
                  </a:lnTo>
                  <a:lnTo>
                    <a:pt x="0" y="136"/>
                  </a:lnTo>
                  <a:lnTo>
                    <a:pt x="232" y="0"/>
                  </a:lnTo>
                  <a:lnTo>
                    <a:pt x="466" y="136"/>
                  </a:lnTo>
                  <a:close/>
                </a:path>
              </a:pathLst>
            </a:custGeom>
            <a:gradFill>
              <a:gsLst>
                <a:gs pos="100000">
                  <a:srgbClr val="60AEEA"/>
                </a:gs>
                <a:gs pos="0">
                  <a:srgbClr val="65BDF4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43"/>
            <p:cNvSpPr>
              <a:spLocks/>
            </p:cNvSpPr>
            <p:nvPr userDrawn="1"/>
          </p:nvSpPr>
          <p:spPr bwMode="auto">
            <a:xfrm flipH="1">
              <a:off x="8119499" y="5137150"/>
              <a:ext cx="739775" cy="428625"/>
            </a:xfrm>
            <a:custGeom>
              <a:avLst/>
              <a:gdLst>
                <a:gd name="T0" fmla="*/ 466 w 466"/>
                <a:gd name="T1" fmla="*/ 134 h 270"/>
                <a:gd name="T2" fmla="*/ 232 w 466"/>
                <a:gd name="T3" fmla="*/ 270 h 270"/>
                <a:gd name="T4" fmla="*/ 0 w 466"/>
                <a:gd name="T5" fmla="*/ 134 h 270"/>
                <a:gd name="T6" fmla="*/ 232 w 466"/>
                <a:gd name="T7" fmla="*/ 0 h 270"/>
                <a:gd name="T8" fmla="*/ 466 w 466"/>
                <a:gd name="T9" fmla="*/ 134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6" h="270">
                  <a:moveTo>
                    <a:pt x="466" y="134"/>
                  </a:moveTo>
                  <a:lnTo>
                    <a:pt x="232" y="270"/>
                  </a:lnTo>
                  <a:lnTo>
                    <a:pt x="0" y="134"/>
                  </a:lnTo>
                  <a:lnTo>
                    <a:pt x="232" y="0"/>
                  </a:lnTo>
                  <a:lnTo>
                    <a:pt x="466" y="134"/>
                  </a:lnTo>
                  <a:close/>
                </a:path>
              </a:pathLst>
            </a:custGeom>
            <a:gradFill>
              <a:gsLst>
                <a:gs pos="100000">
                  <a:srgbClr val="1D6871"/>
                </a:gs>
                <a:gs pos="0">
                  <a:srgbClr val="1B7473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0" name="Freeform 44"/>
            <p:cNvSpPr>
              <a:spLocks/>
            </p:cNvSpPr>
            <p:nvPr userDrawn="1"/>
          </p:nvSpPr>
          <p:spPr bwMode="auto">
            <a:xfrm flipH="1">
              <a:off x="9600637" y="425450"/>
              <a:ext cx="365125" cy="1069975"/>
            </a:xfrm>
            <a:custGeom>
              <a:avLst/>
              <a:gdLst>
                <a:gd name="T0" fmla="*/ 230 w 230"/>
                <a:gd name="T1" fmla="*/ 674 h 674"/>
                <a:gd name="T2" fmla="*/ 0 w 230"/>
                <a:gd name="T3" fmla="*/ 540 h 674"/>
                <a:gd name="T4" fmla="*/ 0 w 230"/>
                <a:gd name="T5" fmla="*/ 0 h 674"/>
                <a:gd name="T6" fmla="*/ 230 w 230"/>
                <a:gd name="T7" fmla="*/ 136 h 674"/>
                <a:gd name="T8" fmla="*/ 230 w 230"/>
                <a:gd name="T9" fmla="*/ 674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0" h="674">
                  <a:moveTo>
                    <a:pt x="230" y="674"/>
                  </a:moveTo>
                  <a:lnTo>
                    <a:pt x="0" y="540"/>
                  </a:lnTo>
                  <a:lnTo>
                    <a:pt x="0" y="0"/>
                  </a:lnTo>
                  <a:lnTo>
                    <a:pt x="230" y="136"/>
                  </a:lnTo>
                  <a:lnTo>
                    <a:pt x="230" y="674"/>
                  </a:lnTo>
                  <a:close/>
                </a:path>
              </a:pathLst>
            </a:custGeom>
            <a:gradFill>
              <a:gsLst>
                <a:gs pos="100000">
                  <a:srgbClr val="FFAC49"/>
                </a:gs>
                <a:gs pos="0">
                  <a:srgbClr val="FDBD4D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1BBA778-64E4-9C4C-8806-1A8C377A9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98711" y="1496859"/>
            <a:ext cx="3796431" cy="2674307"/>
          </a:xfrm>
        </p:spPr>
        <p:txBody>
          <a:bodyPr lIns="0" tIns="0" rIns="0" bIns="0" anchor="b">
            <a:noAutofit/>
          </a:bodyPr>
          <a:lstStyle>
            <a:lvl1pPr>
              <a:defRPr sz="2800" b="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Slide title goes here</a:t>
            </a:r>
            <a:endParaRPr lang="ar-S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1C9796-CB07-194B-B62D-8AC12B657E1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98711" y="4280981"/>
            <a:ext cx="1679013" cy="168827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200">
                <a:solidFill>
                  <a:srgbClr val="8D8FA4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Divider subtitle goes here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940D795-3B71-D04C-A435-56E00A183FAE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9016129" y="4280981"/>
            <a:ext cx="1679013" cy="168827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200">
                <a:solidFill>
                  <a:srgbClr val="8D8FA4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Divider subtitle goes here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1" name="Picture Placeholder 74"/>
          <p:cNvSpPr>
            <a:spLocks noGrp="1"/>
          </p:cNvSpPr>
          <p:nvPr>
            <p:ph type="pic" sz="quarter" idx="12"/>
          </p:nvPr>
        </p:nvSpPr>
        <p:spPr>
          <a:xfrm flipH="1">
            <a:off x="0" y="0"/>
            <a:ext cx="5185850" cy="6858000"/>
          </a:xfrm>
          <a:custGeom>
            <a:avLst/>
            <a:gdLst>
              <a:gd name="connsiteX0" fmla="*/ 2956949 w 5185850"/>
              <a:gd name="connsiteY0" fmla="*/ 6426585 h 6858000"/>
              <a:gd name="connsiteX1" fmla="*/ 2597149 w 5185850"/>
              <a:gd name="connsiteY1" fmla="*/ 6635701 h 6858000"/>
              <a:gd name="connsiteX2" fmla="*/ 2956949 w 5185850"/>
              <a:gd name="connsiteY2" fmla="*/ 6841741 h 6858000"/>
              <a:gd name="connsiteX3" fmla="*/ 2221987 w 5185850"/>
              <a:gd name="connsiteY3" fmla="*/ 6004478 h 6858000"/>
              <a:gd name="connsiteX4" fmla="*/ 1862186 w 5185850"/>
              <a:gd name="connsiteY4" fmla="*/ 6210518 h 6858000"/>
              <a:gd name="connsiteX5" fmla="*/ 1865261 w 5185850"/>
              <a:gd name="connsiteY5" fmla="*/ 6625672 h 6858000"/>
              <a:gd name="connsiteX6" fmla="*/ 2225062 w 5185850"/>
              <a:gd name="connsiteY6" fmla="*/ 6419633 h 6858000"/>
              <a:gd name="connsiteX7" fmla="*/ 375419 w 5185850"/>
              <a:gd name="connsiteY7" fmla="*/ 5774782 h 6858000"/>
              <a:gd name="connsiteX8" fmla="*/ 375419 w 5185850"/>
              <a:gd name="connsiteY8" fmla="*/ 6206582 h 6858000"/>
              <a:gd name="connsiteX9" fmla="*/ 7119 w 5185850"/>
              <a:gd name="connsiteY9" fmla="*/ 5993857 h 6858000"/>
              <a:gd name="connsiteX10" fmla="*/ 2956949 w 5185850"/>
              <a:gd name="connsiteY10" fmla="*/ 5143885 h 6858000"/>
              <a:gd name="connsiteX11" fmla="*/ 2597149 w 5185850"/>
              <a:gd name="connsiteY11" fmla="*/ 5353001 h 6858000"/>
              <a:gd name="connsiteX12" fmla="*/ 2956949 w 5185850"/>
              <a:gd name="connsiteY12" fmla="*/ 5559041 h 6858000"/>
              <a:gd name="connsiteX13" fmla="*/ 2230362 w 5185850"/>
              <a:gd name="connsiteY13" fmla="*/ 4715310 h 6858000"/>
              <a:gd name="connsiteX14" fmla="*/ 2230362 w 5185850"/>
              <a:gd name="connsiteY14" fmla="*/ 5133540 h 6858000"/>
              <a:gd name="connsiteX15" fmla="*/ 2585550 w 5185850"/>
              <a:gd name="connsiteY15" fmla="*/ 4924425 h 6858000"/>
              <a:gd name="connsiteX16" fmla="*/ 3325300 w 5185850"/>
              <a:gd name="connsiteY16" fmla="*/ 4073910 h 6858000"/>
              <a:gd name="connsiteX17" fmla="*/ 2968574 w 5185850"/>
              <a:gd name="connsiteY17" fmla="*/ 4283026 h 6858000"/>
              <a:gd name="connsiteX18" fmla="*/ 3325300 w 5185850"/>
              <a:gd name="connsiteY18" fmla="*/ 4489066 h 6858000"/>
              <a:gd name="connsiteX19" fmla="*/ 371475 w 5185850"/>
              <a:gd name="connsiteY19" fmla="*/ 4067174 h 6858000"/>
              <a:gd name="connsiteX20" fmla="*/ 374650 w 5185850"/>
              <a:gd name="connsiteY20" fmla="*/ 4495799 h 6858000"/>
              <a:gd name="connsiteX21" fmla="*/ 3175 w 5185850"/>
              <a:gd name="connsiteY21" fmla="*/ 4708524 h 6858000"/>
              <a:gd name="connsiteX22" fmla="*/ 0 w 5185850"/>
              <a:gd name="connsiteY22" fmla="*/ 4279899 h 6858000"/>
              <a:gd name="connsiteX23" fmla="*/ 2218761 w 5185850"/>
              <a:gd name="connsiteY23" fmla="*/ 3439295 h 6858000"/>
              <a:gd name="connsiteX24" fmla="*/ 1858961 w 5185850"/>
              <a:gd name="connsiteY24" fmla="*/ 3645335 h 6858000"/>
              <a:gd name="connsiteX25" fmla="*/ 1858961 w 5185850"/>
              <a:gd name="connsiteY25" fmla="*/ 4063565 h 6858000"/>
              <a:gd name="connsiteX26" fmla="*/ 2218761 w 5185850"/>
              <a:gd name="connsiteY26" fmla="*/ 4269605 h 6858000"/>
              <a:gd name="connsiteX27" fmla="*/ 376749 w 5185850"/>
              <a:gd name="connsiteY27" fmla="*/ 2781299 h 6858000"/>
              <a:gd name="connsiteX28" fmla="*/ 745049 w 5185850"/>
              <a:gd name="connsiteY28" fmla="*/ 2997199 h 6858000"/>
              <a:gd name="connsiteX29" fmla="*/ 376749 w 5185850"/>
              <a:gd name="connsiteY29" fmla="*/ 3209924 h 6858000"/>
              <a:gd name="connsiteX30" fmla="*/ 741874 w 5185850"/>
              <a:gd name="connsiteY30" fmla="*/ 2143124 h 6858000"/>
              <a:gd name="connsiteX31" fmla="*/ 741874 w 5185850"/>
              <a:gd name="connsiteY31" fmla="*/ 2571749 h 6858000"/>
              <a:gd name="connsiteX32" fmla="*/ 373574 w 5185850"/>
              <a:gd name="connsiteY32" fmla="*/ 2359024 h 6858000"/>
              <a:gd name="connsiteX33" fmla="*/ 1850512 w 5185850"/>
              <a:gd name="connsiteY33" fmla="*/ 1930786 h 6858000"/>
              <a:gd name="connsiteX34" fmla="*/ 1493786 w 5185850"/>
              <a:gd name="connsiteY34" fmla="*/ 2139901 h 6858000"/>
              <a:gd name="connsiteX35" fmla="*/ 1850512 w 5185850"/>
              <a:gd name="connsiteY35" fmla="*/ 2345941 h 6858000"/>
              <a:gd name="connsiteX36" fmla="*/ 2953874 w 5185850"/>
              <a:gd name="connsiteY36" fmla="*/ 442263 h 6858000"/>
              <a:gd name="connsiteX37" fmla="*/ 2600224 w 5185850"/>
              <a:gd name="connsiteY37" fmla="*/ 651379 h 6858000"/>
              <a:gd name="connsiteX38" fmla="*/ 2600224 w 5185850"/>
              <a:gd name="connsiteY38" fmla="*/ 1478615 h 6858000"/>
              <a:gd name="connsiteX39" fmla="*/ 2953874 w 5185850"/>
              <a:gd name="connsiteY39" fmla="*/ 1272575 h 6858000"/>
              <a:gd name="connsiteX40" fmla="*/ 2956178 w 5185850"/>
              <a:gd name="connsiteY40" fmla="*/ 0 h 6858000"/>
              <a:gd name="connsiteX41" fmla="*/ 5185850 w 5185850"/>
              <a:gd name="connsiteY41" fmla="*/ 0 h 6858000"/>
              <a:gd name="connsiteX42" fmla="*/ 5185850 w 5185850"/>
              <a:gd name="connsiteY42" fmla="*/ 6858000 h 6858000"/>
              <a:gd name="connsiteX43" fmla="*/ 1496969 w 5185850"/>
              <a:gd name="connsiteY43" fmla="*/ 6858000 h 6858000"/>
              <a:gd name="connsiteX44" fmla="*/ 1467959 w 5185850"/>
              <a:gd name="connsiteY44" fmla="*/ 6446066 h 6858000"/>
              <a:gd name="connsiteX45" fmla="*/ 1848205 w 5185850"/>
              <a:gd name="connsiteY45" fmla="*/ 6201623 h 6858000"/>
              <a:gd name="connsiteX46" fmla="*/ 1851057 w 5185850"/>
              <a:gd name="connsiteY46" fmla="*/ 5789455 h 6858000"/>
              <a:gd name="connsiteX47" fmla="*/ 2218925 w 5185850"/>
              <a:gd name="connsiteY47" fmla="*/ 5558355 h 6858000"/>
              <a:gd name="connsiteX48" fmla="*/ 2227011 w 5185850"/>
              <a:gd name="connsiteY48" fmla="*/ 5138077 h 6858000"/>
              <a:gd name="connsiteX49" fmla="*/ 1119166 w 5185850"/>
              <a:gd name="connsiteY49" fmla="*/ 4499571 h 6858000"/>
              <a:gd name="connsiteX50" fmla="*/ 1121547 w 5185850"/>
              <a:gd name="connsiteY50" fmla="*/ 4066444 h 6858000"/>
              <a:gd name="connsiteX51" fmla="*/ 1488920 w 5185850"/>
              <a:gd name="connsiteY51" fmla="*/ 3856303 h 6858000"/>
              <a:gd name="connsiteX52" fmla="*/ 1479865 w 5185850"/>
              <a:gd name="connsiteY52" fmla="*/ 3422680 h 6858000"/>
              <a:gd name="connsiteX53" fmla="*/ 1121546 w 5185850"/>
              <a:gd name="connsiteY53" fmla="*/ 3212070 h 6858000"/>
              <a:gd name="connsiteX54" fmla="*/ 1118222 w 5185850"/>
              <a:gd name="connsiteY54" fmla="*/ 2351047 h 6858000"/>
              <a:gd name="connsiteX55" fmla="*/ 1488448 w 5185850"/>
              <a:gd name="connsiteY55" fmla="*/ 2137584 h 6858000"/>
              <a:gd name="connsiteX56" fmla="*/ 1488920 w 5185850"/>
              <a:gd name="connsiteY56" fmla="*/ 1717305 h 6858000"/>
              <a:gd name="connsiteX57" fmla="*/ 2218925 w 5185850"/>
              <a:gd name="connsiteY57" fmla="*/ 1285121 h 6858000"/>
              <a:gd name="connsiteX58" fmla="*/ 2230338 w 5185850"/>
              <a:gd name="connsiteY58" fmla="*/ 428859 h 6858000"/>
              <a:gd name="connsiteX59" fmla="*/ 1487999 w 5185850"/>
              <a:gd name="connsiteY59" fmla="*/ 0 h 6858000"/>
              <a:gd name="connsiteX60" fmla="*/ 1488001 w 5185850"/>
              <a:gd name="connsiteY60" fmla="*/ 0 h 6858000"/>
              <a:gd name="connsiteX61" fmla="*/ 1859474 w 5185850"/>
              <a:gd name="connsiteY61" fmla="*/ 212724 h 6858000"/>
              <a:gd name="connsiteX62" fmla="*/ 1856299 w 5185850"/>
              <a:gd name="connsiteY62" fmla="*/ 641349 h 6858000"/>
              <a:gd name="connsiteX63" fmla="*/ 1484824 w 5185850"/>
              <a:gd name="connsiteY63" fmla="*/ 42862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5185850" h="6858000">
                <a:moveTo>
                  <a:pt x="2956949" y="6426585"/>
                </a:moveTo>
                <a:lnTo>
                  <a:pt x="2597149" y="6635701"/>
                </a:lnTo>
                <a:lnTo>
                  <a:pt x="2956949" y="6841741"/>
                </a:lnTo>
                <a:close/>
                <a:moveTo>
                  <a:pt x="2221987" y="6004478"/>
                </a:moveTo>
                <a:lnTo>
                  <a:pt x="1862186" y="6210518"/>
                </a:lnTo>
                <a:lnTo>
                  <a:pt x="1865261" y="6625672"/>
                </a:lnTo>
                <a:lnTo>
                  <a:pt x="2225062" y="6419633"/>
                </a:lnTo>
                <a:close/>
                <a:moveTo>
                  <a:pt x="375419" y="5774782"/>
                </a:moveTo>
                <a:lnTo>
                  <a:pt x="375419" y="6206582"/>
                </a:lnTo>
                <a:lnTo>
                  <a:pt x="7119" y="5993857"/>
                </a:lnTo>
                <a:close/>
                <a:moveTo>
                  <a:pt x="2956949" y="5143885"/>
                </a:moveTo>
                <a:lnTo>
                  <a:pt x="2597149" y="5353001"/>
                </a:lnTo>
                <a:lnTo>
                  <a:pt x="2956949" y="5559041"/>
                </a:lnTo>
                <a:close/>
                <a:moveTo>
                  <a:pt x="2230362" y="4715310"/>
                </a:moveTo>
                <a:lnTo>
                  <a:pt x="2230362" y="5133540"/>
                </a:lnTo>
                <a:lnTo>
                  <a:pt x="2585550" y="4924425"/>
                </a:lnTo>
                <a:close/>
                <a:moveTo>
                  <a:pt x="3325300" y="4073910"/>
                </a:moveTo>
                <a:lnTo>
                  <a:pt x="2968574" y="4283026"/>
                </a:lnTo>
                <a:lnTo>
                  <a:pt x="3325300" y="4489066"/>
                </a:lnTo>
                <a:close/>
                <a:moveTo>
                  <a:pt x="371475" y="4067174"/>
                </a:moveTo>
                <a:lnTo>
                  <a:pt x="374650" y="4495799"/>
                </a:lnTo>
                <a:lnTo>
                  <a:pt x="3175" y="4708524"/>
                </a:lnTo>
                <a:lnTo>
                  <a:pt x="0" y="4279899"/>
                </a:lnTo>
                <a:close/>
                <a:moveTo>
                  <a:pt x="2218761" y="3439295"/>
                </a:moveTo>
                <a:lnTo>
                  <a:pt x="1858961" y="3645335"/>
                </a:lnTo>
                <a:lnTo>
                  <a:pt x="1858961" y="4063565"/>
                </a:lnTo>
                <a:lnTo>
                  <a:pt x="2218761" y="4269605"/>
                </a:lnTo>
                <a:close/>
                <a:moveTo>
                  <a:pt x="376749" y="2781299"/>
                </a:moveTo>
                <a:lnTo>
                  <a:pt x="745049" y="2997199"/>
                </a:lnTo>
                <a:lnTo>
                  <a:pt x="376749" y="3209924"/>
                </a:lnTo>
                <a:close/>
                <a:moveTo>
                  <a:pt x="741874" y="2143124"/>
                </a:moveTo>
                <a:lnTo>
                  <a:pt x="741874" y="2571749"/>
                </a:lnTo>
                <a:lnTo>
                  <a:pt x="373574" y="2359024"/>
                </a:lnTo>
                <a:close/>
                <a:moveTo>
                  <a:pt x="1850512" y="1930786"/>
                </a:moveTo>
                <a:lnTo>
                  <a:pt x="1493786" y="2139901"/>
                </a:lnTo>
                <a:lnTo>
                  <a:pt x="1850512" y="2345941"/>
                </a:lnTo>
                <a:close/>
                <a:moveTo>
                  <a:pt x="2953874" y="442263"/>
                </a:moveTo>
                <a:lnTo>
                  <a:pt x="2600224" y="651379"/>
                </a:lnTo>
                <a:lnTo>
                  <a:pt x="2600224" y="1478615"/>
                </a:lnTo>
                <a:lnTo>
                  <a:pt x="2953874" y="1272575"/>
                </a:lnTo>
                <a:close/>
                <a:moveTo>
                  <a:pt x="2956178" y="0"/>
                </a:moveTo>
                <a:lnTo>
                  <a:pt x="5185850" y="0"/>
                </a:lnTo>
                <a:lnTo>
                  <a:pt x="5185850" y="6858000"/>
                </a:lnTo>
                <a:lnTo>
                  <a:pt x="1496969" y="6858000"/>
                </a:lnTo>
                <a:lnTo>
                  <a:pt x="1467959" y="6446066"/>
                </a:lnTo>
                <a:lnTo>
                  <a:pt x="1848205" y="6201623"/>
                </a:lnTo>
                <a:cubicBezTo>
                  <a:pt x="1849156" y="6064234"/>
                  <a:pt x="1850106" y="5926844"/>
                  <a:pt x="1851057" y="5789455"/>
                </a:cubicBezTo>
                <a:lnTo>
                  <a:pt x="2218925" y="5558355"/>
                </a:lnTo>
                <a:cubicBezTo>
                  <a:pt x="2220827" y="5417468"/>
                  <a:pt x="2225109" y="5278964"/>
                  <a:pt x="2227011" y="5138077"/>
                </a:cubicBezTo>
                <a:lnTo>
                  <a:pt x="1119166" y="4499571"/>
                </a:lnTo>
                <a:cubicBezTo>
                  <a:pt x="1118372" y="4355195"/>
                  <a:pt x="1122341" y="4210820"/>
                  <a:pt x="1121547" y="4066444"/>
                </a:cubicBezTo>
                <a:lnTo>
                  <a:pt x="1488920" y="3856303"/>
                </a:lnTo>
                <a:cubicBezTo>
                  <a:pt x="1489871" y="3708587"/>
                  <a:pt x="1478914" y="3570396"/>
                  <a:pt x="1479865" y="3422680"/>
                </a:cubicBezTo>
                <a:lnTo>
                  <a:pt x="1121546" y="3212070"/>
                </a:lnTo>
                <a:lnTo>
                  <a:pt x="1118222" y="2351047"/>
                </a:lnTo>
                <a:lnTo>
                  <a:pt x="1488448" y="2137584"/>
                </a:lnTo>
                <a:cubicBezTo>
                  <a:pt x="1489399" y="1988760"/>
                  <a:pt x="1487969" y="1866129"/>
                  <a:pt x="1488920" y="1717305"/>
                </a:cubicBezTo>
                <a:lnTo>
                  <a:pt x="2218925" y="1285121"/>
                </a:lnTo>
                <a:cubicBezTo>
                  <a:pt x="2217172" y="1296563"/>
                  <a:pt x="2229709" y="426942"/>
                  <a:pt x="2230338" y="428859"/>
                </a:cubicBezTo>
                <a:close/>
                <a:moveTo>
                  <a:pt x="1487999" y="0"/>
                </a:moveTo>
                <a:lnTo>
                  <a:pt x="1488001" y="0"/>
                </a:lnTo>
                <a:lnTo>
                  <a:pt x="1859474" y="212724"/>
                </a:lnTo>
                <a:lnTo>
                  <a:pt x="1856299" y="641349"/>
                </a:lnTo>
                <a:lnTo>
                  <a:pt x="1484824" y="42862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085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43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5851" y="512763"/>
            <a:ext cx="10424310" cy="909637"/>
          </a:xfrm>
        </p:spPr>
        <p:txBody>
          <a:bodyPr lIns="0" tIns="0" rIns="0" bIns="0" anchor="t" anchorCtr="0">
            <a:noAutofit/>
          </a:bodyPr>
          <a:lstStyle>
            <a:lvl1pPr>
              <a:defRPr sz="3400">
                <a:solidFill>
                  <a:srgbClr val="273370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8" name="Group 7"/>
          <p:cNvGrpSpPr/>
          <p:nvPr userDrawn="1"/>
        </p:nvGrpSpPr>
        <p:grpSpPr>
          <a:xfrm>
            <a:off x="293898" y="558343"/>
            <a:ext cx="669505" cy="835189"/>
            <a:chOff x="324330" y="584804"/>
            <a:chExt cx="608641" cy="759263"/>
          </a:xfrm>
        </p:grpSpPr>
        <p:sp>
          <p:nvSpPr>
            <p:cNvPr id="9" name="Parallelogram 8"/>
            <p:cNvSpPr/>
            <p:nvPr/>
          </p:nvSpPr>
          <p:spPr>
            <a:xfrm rot="5400000">
              <a:off x="249018" y="790981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 rot="8954161" flipH="1" flipV="1">
              <a:off x="324330" y="904675"/>
              <a:ext cx="608641" cy="112731"/>
            </a:xfrm>
            <a:prstGeom prst="rect">
              <a:avLst/>
            </a:prstGeom>
            <a:solidFill>
              <a:srgbClr val="F2F2F2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29809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7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5851" y="512763"/>
            <a:ext cx="10424310" cy="909637"/>
          </a:xfrm>
        </p:spPr>
        <p:txBody>
          <a:bodyPr lIns="0" tIns="0" rIns="0" bIns="0" anchor="t" anchorCtr="0">
            <a:noAutofit/>
          </a:bodyPr>
          <a:lstStyle>
            <a:lvl1pPr>
              <a:defRPr sz="3400">
                <a:solidFill>
                  <a:srgbClr val="273370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sp>
        <p:nvSpPr>
          <p:cNvPr id="14" name="Text Placeholder 3"/>
          <p:cNvSpPr>
            <a:spLocks noGrp="1"/>
          </p:cNvSpPr>
          <p:nvPr>
            <p:ph idx="1" hasCustomPrompt="1"/>
          </p:nvPr>
        </p:nvSpPr>
        <p:spPr>
          <a:xfrm>
            <a:off x="695325" y="1959430"/>
            <a:ext cx="10764836" cy="39781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>
                <a:latin typeface="+mn-lt"/>
                <a:ea typeface="+mn-ea"/>
                <a:cs typeface="+mn-cs"/>
                <a:sym typeface="+mn-lt"/>
              </a:defRPr>
            </a:lvl1pPr>
            <a:lvl2pPr>
              <a:defRPr sz="1400">
                <a:latin typeface="+mn-lt"/>
                <a:ea typeface="+mn-ea"/>
                <a:cs typeface="+mn-cs"/>
                <a:sym typeface="+mn-lt"/>
              </a:defRPr>
            </a:lvl2pPr>
            <a:lvl3pPr>
              <a:defRPr sz="1400">
                <a:latin typeface="+mn-lt"/>
                <a:ea typeface="+mn-ea"/>
                <a:cs typeface="+mn-cs"/>
                <a:sym typeface="+mn-lt"/>
              </a:defRPr>
            </a:lvl3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293898" y="558343"/>
            <a:ext cx="669505" cy="835189"/>
            <a:chOff x="324330" y="584804"/>
            <a:chExt cx="608641" cy="759263"/>
          </a:xfrm>
        </p:grpSpPr>
        <p:sp>
          <p:nvSpPr>
            <p:cNvPr id="11" name="Parallelogram 10"/>
            <p:cNvSpPr/>
            <p:nvPr/>
          </p:nvSpPr>
          <p:spPr>
            <a:xfrm rot="5400000">
              <a:off x="249018" y="790981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 rot="8954161" flipH="1" flipV="1">
              <a:off x="324330" y="904675"/>
              <a:ext cx="608641" cy="112731"/>
            </a:xfrm>
            <a:prstGeom prst="rect">
              <a:avLst/>
            </a:prstGeom>
            <a:solidFill>
              <a:srgbClr val="F2F2F2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410513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y slice head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1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 bwMode="ltGray">
          <a:xfrm>
            <a:off x="1" y="-1309"/>
            <a:ext cx="4694400" cy="6859309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ltGray">
          <a:xfrm>
            <a:off x="695325" y="1544274"/>
            <a:ext cx="3452400" cy="1495794"/>
          </a:xfrm>
          <a:noFill/>
        </p:spPr>
        <p:txBody>
          <a:bodyPr wrap="square" lIns="0" tIns="0" rIns="320040" bIns="0" anchor="b">
            <a:noAutofit/>
          </a:bodyPr>
          <a:lstStyle>
            <a:lvl1pPr>
              <a:defRPr sz="3400">
                <a:solidFill>
                  <a:srgbClr val="273370">
                    <a:lumMod val="100000"/>
                  </a:srgbClr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5969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box">
    <p:bg bwMode="grayWhite"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15"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1284742" y="2668041"/>
            <a:ext cx="9620491" cy="3201026"/>
          </a:xfrm>
          <a:prstGeom prst="rect">
            <a:avLst/>
          </a:prstGeom>
          <a:ln w="9525">
            <a:solidFill>
              <a:schemeClr val="bg1"/>
            </a:solidFill>
          </a:ln>
        </p:spPr>
        <p:txBody>
          <a:bodyPr lIns="274320" tIns="274320" rIns="274320" bIns="137160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big statement text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2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59" name="Rectangle 58"/>
          <p:cNvSpPr/>
          <p:nvPr userDrawn="1"/>
        </p:nvSpPr>
        <p:spPr bwMode="white">
          <a:xfrm>
            <a:off x="1284743" y="1428131"/>
            <a:ext cx="947672" cy="947672"/>
          </a:xfrm>
          <a:prstGeom prst="rect">
            <a:avLst/>
          </a:prstGeom>
          <a:noFill/>
          <a:ln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2" name="TextBox 21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937215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line">
    <p:bg bwMode="blackWhite"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9"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47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630000" y="3826800"/>
            <a:ext cx="10936800" cy="2041200"/>
          </a:xfrm>
        </p:spPr>
        <p:txBody>
          <a:bodyPr anchor="t">
            <a:noAutofit/>
          </a:bodyPr>
          <a:lstStyle>
            <a:lvl1pPr>
              <a:defRPr sz="5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big statement text</a:t>
            </a:r>
          </a:p>
        </p:txBody>
      </p:sp>
      <p:cxnSp>
        <p:nvCxnSpPr>
          <p:cNvPr id="148" name="Straight Connector 147"/>
          <p:cNvCxnSpPr/>
          <p:nvPr userDrawn="1"/>
        </p:nvCxnSpPr>
        <p:spPr bwMode="white">
          <a:xfrm>
            <a:off x="618898" y="3680016"/>
            <a:ext cx="11576304" cy="0"/>
          </a:xfrm>
          <a:prstGeom prst="line">
            <a:avLst/>
          </a:prstGeom>
          <a:ln w="19050" cmpd="sng">
            <a:solidFill>
              <a:schemeClr val="bg1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107863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one third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63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4064994" y="0"/>
            <a:ext cx="416951" cy="6858000"/>
          </a:xfrm>
          <a:prstGeom prst="rect">
            <a:avLst/>
          </a:prstGeom>
        </p:spPr>
      </p:pic>
      <p:sp>
        <p:nvSpPr>
          <p:cNvPr id="17" name="Date Placeholder 1"/>
          <p:cNvSpPr>
            <a:spLocks noGrp="1"/>
          </p:cNvSpPr>
          <p:nvPr>
            <p:ph type="dt" sz="half" idx="3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2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26" name="Rectangle 25"/>
          <p:cNvSpPr/>
          <p:nvPr userDrawn="1"/>
        </p:nvSpPr>
        <p:spPr bwMode="white">
          <a:xfrm>
            <a:off x="0" y="0"/>
            <a:ext cx="4079508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7" name="Title 4"/>
          <p:cNvSpPr>
            <a:spLocks noGrp="1"/>
          </p:cNvSpPr>
          <p:nvPr>
            <p:ph type="title" hasCustomPrompt="1"/>
          </p:nvPr>
        </p:nvSpPr>
        <p:spPr>
          <a:xfrm>
            <a:off x="695325" y="2681103"/>
            <a:ext cx="3062556" cy="149579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400">
                <a:solidFill>
                  <a:srgbClr val="273370">
                    <a:lumMod val="100000"/>
                  </a:srgbClr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382306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highlight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7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7165606" y="0"/>
            <a:ext cx="416951" cy="6858000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 bwMode="white">
          <a:xfrm>
            <a:off x="0" y="0"/>
            <a:ext cx="7171956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6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20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5851" y="512763"/>
            <a:ext cx="5850949" cy="909637"/>
          </a:xfrm>
        </p:spPr>
        <p:txBody>
          <a:bodyPr lIns="0" tIns="0" rIns="0" bIns="0" anchor="t" anchorCtr="0">
            <a:noAutofit/>
          </a:bodyPr>
          <a:lstStyle>
            <a:lvl1pPr>
              <a:defRPr sz="3400">
                <a:solidFill>
                  <a:srgbClr val="273370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293898" y="558343"/>
            <a:ext cx="669505" cy="835189"/>
            <a:chOff x="324330" y="584804"/>
            <a:chExt cx="608641" cy="759263"/>
          </a:xfrm>
        </p:grpSpPr>
        <p:sp>
          <p:nvSpPr>
            <p:cNvPr id="12" name="Parallelogram 11"/>
            <p:cNvSpPr/>
            <p:nvPr/>
          </p:nvSpPr>
          <p:spPr>
            <a:xfrm rot="5400000">
              <a:off x="249018" y="790981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 rot="8954161" flipH="1" flipV="1">
              <a:off x="324330" y="904675"/>
              <a:ext cx="608641" cy="112731"/>
            </a:xfrm>
            <a:prstGeom prst="rect">
              <a:avLst/>
            </a:prstGeom>
            <a:solidFill>
              <a:srgbClr val="F2F2F2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485141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one third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1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11" name="Title 4"/>
          <p:cNvSpPr>
            <a:spLocks noGrp="1"/>
          </p:cNvSpPr>
          <p:nvPr>
            <p:ph type="title" hasCustomPrompt="1"/>
          </p:nvPr>
        </p:nvSpPr>
        <p:spPr>
          <a:xfrm>
            <a:off x="695325" y="2681103"/>
            <a:ext cx="3062556" cy="149579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Rectangle 12"/>
          <p:cNvSpPr/>
          <p:nvPr userDrawn="1"/>
        </p:nvSpPr>
        <p:spPr bwMode="white">
          <a:xfrm>
            <a:off x="4080763" y="-1309"/>
            <a:ext cx="8111237" cy="685930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6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2" name="Date Placeholder 1"/>
          <p:cNvSpPr>
            <a:spLocks noGrp="1"/>
          </p:cNvSpPr>
          <p:nvPr>
            <p:ph type="dt" sz="half" idx="29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7" name="Right Triangle 16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8" name="Picture 17"/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20" name="TextBox 19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58809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half">
    <p:bg bwMode="grayWhite"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35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4400" b="0" i="0" baseline="0" dirty="0" err="1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5689582" y="0"/>
            <a:ext cx="416951" cy="6858000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695325" y="1785600"/>
            <a:ext cx="4323075" cy="3286800"/>
          </a:xfrm>
          <a:prstGeom prst="rect">
            <a:avLst/>
          </a:prstGeom>
          <a:noFill/>
        </p:spPr>
        <p:txBody>
          <a:bodyPr wrap="square" lIns="0" tIns="0" rIns="320040" bIns="0" anchor="ctr">
            <a:noAutofit/>
          </a:bodyPr>
          <a:lstStyle>
            <a:lvl1pPr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5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6092021" y="0"/>
            <a:ext cx="6099977" cy="6858000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baseline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US" dirty="0"/>
              <a:t>Click icon below to insert an image or remove this placeholder to use the whitespace in another way</a:t>
            </a:r>
          </a:p>
        </p:txBody>
      </p:sp>
      <p:sp>
        <p:nvSpPr>
          <p:cNvPr id="16" name="Date Placeholder 2"/>
          <p:cNvSpPr>
            <a:spLocks noGrp="1"/>
          </p:cNvSpPr>
          <p:nvPr>
            <p:ph type="dt" sz="half" idx="15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grpSp>
        <p:nvGrpSpPr>
          <p:cNvPr id="23" name="Group 22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24" name="Right Triangle 23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25" name="Picture 24"/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26" name="TextBox 25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637586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two third">
    <p:bg bwMode="grayWhite"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9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4400" b="0" i="0" baseline="0" dirty="0" err="1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7409849" y="0"/>
            <a:ext cx="416951" cy="685800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 bwMode="gray">
          <a:xfrm>
            <a:off x="7819543" y="0"/>
            <a:ext cx="4372457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5" name="Copyright" hidden="1"/>
          <p:cNvSpPr txBox="1"/>
          <p:nvPr userDrawn="1"/>
        </p:nvSpPr>
        <p:spPr>
          <a:xfrm rot="16200000">
            <a:off x="9486900" y="3916394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695325" y="1804650"/>
            <a:ext cx="6182227" cy="32868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21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7820025" y="0"/>
            <a:ext cx="4371975" cy="6858000"/>
          </a:xfrm>
          <a:prstGeom prst="rect">
            <a:avLst/>
          </a:prstGeom>
          <a:noFill/>
        </p:spPr>
        <p:txBody>
          <a:bodyPr lIns="182880" tIns="914400" rIns="182880" bIns="914400"/>
          <a:lstStyle>
            <a:lvl1pPr algn="ctr"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US" dirty="0"/>
              <a:t>Click icon below to insert an image or remove this placeholder to use the whitespace in another way</a:t>
            </a:r>
          </a:p>
        </p:txBody>
      </p:sp>
      <p:sp>
        <p:nvSpPr>
          <p:cNvPr id="12" name="Date Placeholder 2"/>
          <p:cNvSpPr>
            <a:spLocks noGrp="1"/>
          </p:cNvSpPr>
          <p:nvPr>
            <p:ph type="dt" sz="half" idx="1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7" name="Right Triangle 16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8" name="Picture 17"/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20" name="TextBox 19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180648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 arrow">
    <p:bg>
      <p:bgPr>
        <a:gradFill>
          <a:gsLst>
            <a:gs pos="0">
              <a:srgbClr val="273370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5321484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3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6" name="Freeform 14"/>
          <p:cNvSpPr/>
          <p:nvPr userDrawn="1"/>
        </p:nvSpPr>
        <p:spPr bwMode="ltGray">
          <a:xfrm>
            <a:off x="1524" y="131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7" name="Title 2"/>
          <p:cNvSpPr>
            <a:spLocks noGrp="1"/>
          </p:cNvSpPr>
          <p:nvPr>
            <p:ph type="title" hasCustomPrompt="1"/>
          </p:nvPr>
        </p:nvSpPr>
        <p:spPr>
          <a:xfrm>
            <a:off x="695325" y="2764203"/>
            <a:ext cx="2413313" cy="1314311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400" baseline="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>
                <a:solidFill>
                  <a:schemeClr val="tx2"/>
                </a:solidFill>
              </a:rPr>
              <a:t>Click to add title</a:t>
            </a:r>
          </a:p>
        </p:txBody>
      </p:sp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442" y="3590399"/>
            <a:ext cx="1365250" cy="3382962"/>
          </a:xfrm>
          <a:custGeom>
            <a:avLst/>
            <a:gdLst>
              <a:gd name="connsiteX0" fmla="*/ 91954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264716 h 3382962"/>
              <a:gd name="connsiteX5" fmla="*/ 129871 w 1365250"/>
              <a:gd name="connsiteY5" fmla="*/ 3267601 h 3382962"/>
              <a:gd name="connsiteX6" fmla="*/ 0 w 1365250"/>
              <a:gd name="connsiteY6" fmla="*/ 0 h 3382962"/>
              <a:gd name="connsiteX7" fmla="*/ 909386 w 1365250"/>
              <a:gd name="connsiteY7" fmla="*/ 0 h 3382962"/>
              <a:gd name="connsiteX8" fmla="*/ 0 w 1365250"/>
              <a:gd name="connsiteY8" fmla="*/ 298560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1954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264716"/>
                </a:lnTo>
                <a:lnTo>
                  <a:pt x="129871" y="3267601"/>
                </a:lnTo>
                <a:close/>
                <a:moveTo>
                  <a:pt x="0" y="0"/>
                </a:moveTo>
                <a:lnTo>
                  <a:pt x="909386" y="0"/>
                </a:lnTo>
                <a:lnTo>
                  <a:pt x="0" y="298560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283838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left arrow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7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6" name="Freeform 14"/>
          <p:cNvSpPr/>
          <p:nvPr userDrawn="1"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273370"/>
              </a:gs>
              <a:gs pos="100000">
                <a:srgbClr val="010103"/>
              </a:gs>
            </a:gsLst>
            <a:lin ang="81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95325" y="2764203"/>
            <a:ext cx="2413313" cy="1314311"/>
          </a:xfrm>
        </p:spPr>
        <p:txBody>
          <a:bodyPr anchor="ctr" anchorCtr="0">
            <a:noAutofit/>
          </a:bodyPr>
          <a:lstStyle>
            <a:lvl1pPr>
              <a:defRPr sz="3400" baseline="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6" b="7716"/>
          <a:stretch/>
        </p:blipFill>
        <p:spPr>
          <a:xfrm rot="120000">
            <a:off x="2174642" y="3402828"/>
            <a:ext cx="2694666" cy="3461745"/>
          </a:xfrm>
          <a:custGeom>
            <a:avLst/>
            <a:gdLst>
              <a:gd name="connsiteX0" fmla="*/ 0 w 2694666"/>
              <a:gd name="connsiteY0" fmla="*/ 0 h 3461745"/>
              <a:gd name="connsiteX1" fmla="*/ 2694666 w 2694666"/>
              <a:gd name="connsiteY1" fmla="*/ 0 h 3461745"/>
              <a:gd name="connsiteX2" fmla="*/ 2694666 w 2694666"/>
              <a:gd name="connsiteY2" fmla="*/ 3461745 h 3461745"/>
              <a:gd name="connsiteX3" fmla="*/ 1325678 w 2694666"/>
              <a:gd name="connsiteY3" fmla="*/ 3461745 h 3461745"/>
              <a:gd name="connsiteX4" fmla="*/ 1671729 w 2694666"/>
              <a:gd name="connsiteY4" fmla="*/ 3449661 h 3461745"/>
              <a:gd name="connsiteX5" fmla="*/ 1894583 w 2694666"/>
              <a:gd name="connsiteY5" fmla="*/ 6023 h 3461745"/>
              <a:gd name="connsiteX6" fmla="*/ 1847153 w 2694666"/>
              <a:gd name="connsiteY6" fmla="*/ 12445 h 3461745"/>
              <a:gd name="connsiteX7" fmla="*/ 1149427 w 2694666"/>
              <a:gd name="connsiteY7" fmla="*/ 3461745 h 3461745"/>
              <a:gd name="connsiteX8" fmla="*/ 0 w 2694666"/>
              <a:gd name="connsiteY8" fmla="*/ 3461745 h 3461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94666" h="3461745">
                <a:moveTo>
                  <a:pt x="0" y="0"/>
                </a:moveTo>
                <a:lnTo>
                  <a:pt x="2694666" y="0"/>
                </a:lnTo>
                <a:lnTo>
                  <a:pt x="2694666" y="3461745"/>
                </a:lnTo>
                <a:lnTo>
                  <a:pt x="1325678" y="3461745"/>
                </a:lnTo>
                <a:lnTo>
                  <a:pt x="1671729" y="3449661"/>
                </a:lnTo>
                <a:lnTo>
                  <a:pt x="1894583" y="6023"/>
                </a:lnTo>
                <a:lnTo>
                  <a:pt x="1847153" y="12445"/>
                </a:lnTo>
                <a:lnTo>
                  <a:pt x="1149427" y="3461745"/>
                </a:lnTo>
                <a:lnTo>
                  <a:pt x="0" y="3461745"/>
                </a:lnTo>
                <a:close/>
              </a:path>
            </a:pathLst>
          </a:custGeom>
        </p:spPr>
      </p:pic>
      <p:grpSp>
        <p:nvGrpSpPr>
          <p:cNvPr id="20" name="Group 19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21" name="Right Triangle 20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22" name="Picture 21"/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23" name="TextBox 22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64741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one third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1" name="think-cell Slide" r:id="rId4" imgW="324" imgH="324" progId="TCLayout.ActiveDocument.1">
                  <p:embed/>
                </p:oleObj>
              </mc:Choice>
              <mc:Fallback>
                <p:oleObj name="think-cell Slide" r:id="rId4" imgW="324" imgH="32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2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3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695325" y="1785600"/>
            <a:ext cx="3996910" cy="32868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400" b="0">
                <a:solidFill>
                  <a:srgbClr val="273370">
                    <a:lumMod val="100000"/>
                  </a:srgbClr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15" name="Picture 14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525" y="3394392"/>
            <a:ext cx="1298575" cy="3571875"/>
          </a:xfrm>
          <a:custGeom>
            <a:avLst/>
            <a:gdLst>
              <a:gd name="connsiteX0" fmla="*/ 0 w 1298575"/>
              <a:gd name="connsiteY0" fmla="*/ 0 h 3571875"/>
              <a:gd name="connsiteX1" fmla="*/ 1298575 w 1298575"/>
              <a:gd name="connsiteY1" fmla="*/ 0 h 3571875"/>
              <a:gd name="connsiteX2" fmla="*/ 1298575 w 1298575"/>
              <a:gd name="connsiteY2" fmla="*/ 3571875 h 3571875"/>
              <a:gd name="connsiteX3" fmla="*/ 0 w 1298575"/>
              <a:gd name="connsiteY3" fmla="*/ 3571875 h 3571875"/>
              <a:gd name="connsiteX4" fmla="*/ 0 w 1298575"/>
              <a:gd name="connsiteY4" fmla="*/ 3465683 h 3571875"/>
              <a:gd name="connsiteX5" fmla="*/ 139700 w 1298575"/>
              <a:gd name="connsiteY5" fmla="*/ 3466783 h 3571875"/>
              <a:gd name="connsiteX6" fmla="*/ 841375 w 1298575"/>
              <a:gd name="connsiteY6" fmla="*/ 21908 h 3571875"/>
              <a:gd name="connsiteX7" fmla="*/ 0 w 1298575"/>
              <a:gd name="connsiteY7" fmla="*/ 2642743 h 357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98575" h="3571875">
                <a:moveTo>
                  <a:pt x="0" y="0"/>
                </a:moveTo>
                <a:lnTo>
                  <a:pt x="1298575" y="0"/>
                </a:lnTo>
                <a:lnTo>
                  <a:pt x="1298575" y="3571875"/>
                </a:lnTo>
                <a:lnTo>
                  <a:pt x="0" y="3571875"/>
                </a:lnTo>
                <a:lnTo>
                  <a:pt x="0" y="3465683"/>
                </a:lnTo>
                <a:lnTo>
                  <a:pt x="139700" y="3466783"/>
                </a:lnTo>
                <a:lnTo>
                  <a:pt x="841375" y="21908"/>
                </a:lnTo>
                <a:lnTo>
                  <a:pt x="0" y="26427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239555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arrow one third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5"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gradFill>
            <a:gsLst>
              <a:gs pos="0">
                <a:srgbClr val="273370"/>
              </a:gs>
              <a:gs pos="100000">
                <a:srgbClr val="010103"/>
              </a:gs>
            </a:gsLst>
            <a:lin ang="81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ym typeface="+mn-lt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695325" y="1785600"/>
            <a:ext cx="3996910" cy="32868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400" b="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62" b="6867"/>
          <a:stretch/>
        </p:blipFill>
        <p:spPr>
          <a:xfrm>
            <a:off x="3578059" y="3416300"/>
            <a:ext cx="2694666" cy="3441700"/>
          </a:xfrm>
          <a:custGeom>
            <a:avLst/>
            <a:gdLst>
              <a:gd name="connsiteX0" fmla="*/ 2040063 w 2694666"/>
              <a:gd name="connsiteY0" fmla="*/ 0 h 3441700"/>
              <a:gd name="connsiteX1" fmla="*/ 2694666 w 2694666"/>
              <a:gd name="connsiteY1" fmla="*/ 0 h 3441700"/>
              <a:gd name="connsiteX2" fmla="*/ 2694666 w 2694666"/>
              <a:gd name="connsiteY2" fmla="*/ 3441700 h 3441700"/>
              <a:gd name="connsiteX3" fmla="*/ 1510783 w 2694666"/>
              <a:gd name="connsiteY3" fmla="*/ 3441700 h 3441700"/>
              <a:gd name="connsiteX4" fmla="*/ 1816742 w 2694666"/>
              <a:gd name="connsiteY4" fmla="*/ 365420 h 3441700"/>
              <a:gd name="connsiteX5" fmla="*/ 2022641 w 2694666"/>
              <a:gd name="connsiteY5" fmla="*/ 379413 h 3441700"/>
              <a:gd name="connsiteX6" fmla="*/ 0 w 2694666"/>
              <a:gd name="connsiteY6" fmla="*/ 0 h 3441700"/>
              <a:gd name="connsiteX7" fmla="*/ 1846270 w 2694666"/>
              <a:gd name="connsiteY7" fmla="*/ 0 h 3441700"/>
              <a:gd name="connsiteX8" fmla="*/ 1848810 w 2694666"/>
              <a:gd name="connsiteY8" fmla="*/ 12700 h 3441700"/>
              <a:gd name="connsiteX9" fmla="*/ 1777372 w 2694666"/>
              <a:gd name="connsiteY9" fmla="*/ 362744 h 3441700"/>
              <a:gd name="connsiteX10" fmla="*/ 1780172 w 2694666"/>
              <a:gd name="connsiteY10" fmla="*/ 362934 h 3441700"/>
              <a:gd name="connsiteX11" fmla="*/ 1144340 w 2694666"/>
              <a:gd name="connsiteY11" fmla="*/ 3441700 h 3441700"/>
              <a:gd name="connsiteX12" fmla="*/ 0 w 2694666"/>
              <a:gd name="connsiteY12" fmla="*/ 3441700 h 344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94666" h="3441700">
                <a:moveTo>
                  <a:pt x="2040063" y="0"/>
                </a:moveTo>
                <a:lnTo>
                  <a:pt x="2694666" y="0"/>
                </a:lnTo>
                <a:lnTo>
                  <a:pt x="2694666" y="3441700"/>
                </a:lnTo>
                <a:lnTo>
                  <a:pt x="1510783" y="3441700"/>
                </a:lnTo>
                <a:lnTo>
                  <a:pt x="1816742" y="365420"/>
                </a:lnTo>
                <a:lnTo>
                  <a:pt x="2022641" y="379413"/>
                </a:lnTo>
                <a:close/>
                <a:moveTo>
                  <a:pt x="0" y="0"/>
                </a:moveTo>
                <a:lnTo>
                  <a:pt x="1846270" y="0"/>
                </a:lnTo>
                <a:lnTo>
                  <a:pt x="1848810" y="12700"/>
                </a:lnTo>
                <a:lnTo>
                  <a:pt x="1777372" y="362744"/>
                </a:lnTo>
                <a:lnTo>
                  <a:pt x="1780172" y="362934"/>
                </a:lnTo>
                <a:lnTo>
                  <a:pt x="1144340" y="3441700"/>
                </a:lnTo>
                <a:lnTo>
                  <a:pt x="0" y="3441700"/>
                </a:lnTo>
                <a:close/>
              </a:path>
            </a:pathLst>
          </a:custGeom>
        </p:spPr>
      </p:pic>
      <p:grpSp>
        <p:nvGrpSpPr>
          <p:cNvPr id="10" name="Group 9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2" name="Right Triangle 11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5" name="Picture 14"/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8" name="TextBox 17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5591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half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9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6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8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4" name="Pentagon 8"/>
          <p:cNvSpPr/>
          <p:nvPr userDrawn="1"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806" y="3589606"/>
            <a:ext cx="1365250" cy="3382962"/>
          </a:xfrm>
          <a:custGeom>
            <a:avLst/>
            <a:gdLst>
              <a:gd name="connsiteX0" fmla="*/ 920598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320782 h 3382962"/>
              <a:gd name="connsiteX5" fmla="*/ 126694 w 1365250"/>
              <a:gd name="connsiteY5" fmla="*/ 3320782 h 3382962"/>
              <a:gd name="connsiteX6" fmla="*/ 0 w 1365250"/>
              <a:gd name="connsiteY6" fmla="*/ 0 h 3382962"/>
              <a:gd name="connsiteX7" fmla="*/ 908172 w 1365250"/>
              <a:gd name="connsiteY7" fmla="*/ 0 h 3382962"/>
              <a:gd name="connsiteX8" fmla="*/ 0 w 1365250"/>
              <a:gd name="connsiteY8" fmla="*/ 289035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20598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320782"/>
                </a:lnTo>
                <a:lnTo>
                  <a:pt x="126694" y="3320782"/>
                </a:lnTo>
                <a:close/>
                <a:moveTo>
                  <a:pt x="0" y="0"/>
                </a:moveTo>
                <a:lnTo>
                  <a:pt x="908172" y="0"/>
                </a:lnTo>
                <a:lnTo>
                  <a:pt x="0" y="289035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5851" y="512763"/>
            <a:ext cx="4267795" cy="909637"/>
          </a:xfrm>
        </p:spPr>
        <p:txBody>
          <a:bodyPr lIns="0" tIns="0" rIns="0" bIns="0" anchor="t" anchorCtr="0">
            <a:noAutofit/>
          </a:bodyPr>
          <a:lstStyle>
            <a:lvl1pPr>
              <a:defRPr sz="3400">
                <a:solidFill>
                  <a:srgbClr val="273370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293898" y="558343"/>
            <a:ext cx="669505" cy="835189"/>
            <a:chOff x="324330" y="584804"/>
            <a:chExt cx="608641" cy="759263"/>
          </a:xfrm>
        </p:grpSpPr>
        <p:sp>
          <p:nvSpPr>
            <p:cNvPr id="12" name="Parallelogram 11"/>
            <p:cNvSpPr/>
            <p:nvPr/>
          </p:nvSpPr>
          <p:spPr>
            <a:xfrm rot="5400000">
              <a:off x="249018" y="790981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 rot="8954161" flipH="1" flipV="1">
              <a:off x="324330" y="904675"/>
              <a:ext cx="608641" cy="112731"/>
            </a:xfrm>
            <a:prstGeom prst="rect">
              <a:avLst/>
            </a:prstGeom>
            <a:solidFill>
              <a:srgbClr val="F2F2F2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2" name="TextBox 21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584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arrow half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03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4" name="Pentagon 8"/>
          <p:cNvSpPr/>
          <p:nvPr userDrawn="1"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gradFill>
            <a:gsLst>
              <a:gs pos="0">
                <a:srgbClr val="273370"/>
              </a:gs>
              <a:gs pos="100000">
                <a:srgbClr val="010103"/>
              </a:gs>
            </a:gsLst>
            <a:lin ang="81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ym typeface="+mn-lt"/>
            </a:endParaRPr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4460172" y="3407803"/>
            <a:ext cx="2694666" cy="3456551"/>
          </a:xfrm>
          <a:custGeom>
            <a:avLst/>
            <a:gdLst>
              <a:gd name="connsiteX0" fmla="*/ 2136534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957033 w 2694666"/>
              <a:gd name="connsiteY3" fmla="*/ 3456551 h 3456551"/>
              <a:gd name="connsiteX4" fmla="*/ 1856842 w 2694666"/>
              <a:gd name="connsiteY4" fmla="*/ 432620 h 3456551"/>
              <a:gd name="connsiteX5" fmla="*/ 1914577 w 2694666"/>
              <a:gd name="connsiteY5" fmla="*/ 426057 h 3456551"/>
              <a:gd name="connsiteX6" fmla="*/ 0 w 2694666"/>
              <a:gd name="connsiteY6" fmla="*/ 0 h 3456551"/>
              <a:gd name="connsiteX7" fmla="*/ 1841687 w 2694666"/>
              <a:gd name="connsiteY7" fmla="*/ 0 h 3456551"/>
              <a:gd name="connsiteX8" fmla="*/ 1142595 w 2694666"/>
              <a:gd name="connsiteY8" fmla="*/ 3456551 h 3456551"/>
              <a:gd name="connsiteX9" fmla="*/ 0 w 2694666"/>
              <a:gd name="connsiteY9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4666" h="3456551">
                <a:moveTo>
                  <a:pt x="2136534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957033" y="3456551"/>
                </a:lnTo>
                <a:lnTo>
                  <a:pt x="1856842" y="432620"/>
                </a:lnTo>
                <a:lnTo>
                  <a:pt x="1914577" y="426057"/>
                </a:lnTo>
                <a:close/>
                <a:moveTo>
                  <a:pt x="0" y="0"/>
                </a:moveTo>
                <a:lnTo>
                  <a:pt x="1841687" y="0"/>
                </a:lnTo>
                <a:lnTo>
                  <a:pt x="1142595" y="3456551"/>
                </a:lnTo>
                <a:lnTo>
                  <a:pt x="0" y="3456551"/>
                </a:lnTo>
                <a:close/>
              </a:path>
            </a:pathLst>
          </a:custGeom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512763"/>
            <a:ext cx="4608321" cy="909637"/>
          </a:xfrm>
        </p:spPr>
        <p:txBody>
          <a:bodyPr lIns="0" tIns="0" rIns="0" bIns="0" anchor="t" anchorCtr="0">
            <a:noAutofit/>
          </a:bodyPr>
          <a:lstStyle>
            <a:lvl1pPr>
              <a:defRPr sz="3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5" name="Right Triangle 14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6" name="Picture 15"/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7" name="TextBox 16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73006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two third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27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2" name="Freeform 18"/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pic>
        <p:nvPicPr>
          <p:cNvPr id="16" name="Picture 15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339" y="3589606"/>
            <a:ext cx="1365250" cy="3382962"/>
          </a:xfrm>
          <a:custGeom>
            <a:avLst/>
            <a:gdLst>
              <a:gd name="connsiteX0" fmla="*/ 91153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07988 w 1365250"/>
              <a:gd name="connsiteY3" fmla="*/ 3382962 h 3382962"/>
              <a:gd name="connsiteX4" fmla="*/ 111422 w 1365250"/>
              <a:gd name="connsiteY4" fmla="*/ 3368118 h 3382962"/>
              <a:gd name="connsiteX5" fmla="*/ 129661 w 1365250"/>
              <a:gd name="connsiteY5" fmla="*/ 3368407 h 3382962"/>
              <a:gd name="connsiteX6" fmla="*/ 890411 w 1365250"/>
              <a:gd name="connsiteY6" fmla="*/ 0 h 3382962"/>
              <a:gd name="connsiteX7" fmla="*/ 897808 w 1365250"/>
              <a:gd name="connsiteY7" fmla="*/ 0 h 3382962"/>
              <a:gd name="connsiteX8" fmla="*/ 870584 w 1365250"/>
              <a:gd name="connsiteY8" fmla="*/ 85726 h 3382962"/>
              <a:gd name="connsiteX9" fmla="*/ 0 w 1365250"/>
              <a:gd name="connsiteY9" fmla="*/ 0 h 3382962"/>
              <a:gd name="connsiteX10" fmla="*/ 852736 w 1365250"/>
              <a:gd name="connsiteY10" fmla="*/ 0 h 3382962"/>
              <a:gd name="connsiteX11" fmla="*/ 0 w 1365250"/>
              <a:gd name="connsiteY11" fmla="*/ 1883543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65250" h="3382962">
                <a:moveTo>
                  <a:pt x="91153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07988" y="3382962"/>
                </a:lnTo>
                <a:lnTo>
                  <a:pt x="111422" y="3368118"/>
                </a:lnTo>
                <a:lnTo>
                  <a:pt x="129661" y="3368407"/>
                </a:lnTo>
                <a:close/>
                <a:moveTo>
                  <a:pt x="890411" y="0"/>
                </a:moveTo>
                <a:lnTo>
                  <a:pt x="897808" y="0"/>
                </a:lnTo>
                <a:lnTo>
                  <a:pt x="870584" y="85726"/>
                </a:lnTo>
                <a:close/>
                <a:moveTo>
                  <a:pt x="0" y="0"/>
                </a:moveTo>
                <a:lnTo>
                  <a:pt x="852736" y="0"/>
                </a:lnTo>
                <a:lnTo>
                  <a:pt x="0" y="18835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5851" y="512763"/>
            <a:ext cx="5850949" cy="909637"/>
          </a:xfrm>
        </p:spPr>
        <p:txBody>
          <a:bodyPr lIns="0" tIns="0" rIns="0" bIns="0" anchor="t" anchorCtr="0">
            <a:noAutofit/>
          </a:bodyPr>
          <a:lstStyle>
            <a:lvl1pPr>
              <a:defRPr sz="3400">
                <a:solidFill>
                  <a:srgbClr val="273370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293898" y="558343"/>
            <a:ext cx="669505" cy="835189"/>
            <a:chOff x="324330" y="584804"/>
            <a:chExt cx="608641" cy="759263"/>
          </a:xfrm>
        </p:grpSpPr>
        <p:sp>
          <p:nvSpPr>
            <p:cNvPr id="14" name="Parallelogram 13"/>
            <p:cNvSpPr/>
            <p:nvPr/>
          </p:nvSpPr>
          <p:spPr>
            <a:xfrm rot="5400000">
              <a:off x="249018" y="790981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 rot="8954161" flipH="1" flipV="1">
              <a:off x="324330" y="904675"/>
              <a:ext cx="608641" cy="112731"/>
            </a:xfrm>
            <a:prstGeom prst="rect">
              <a:avLst/>
            </a:prstGeom>
            <a:solidFill>
              <a:srgbClr val="F2F2F2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4" name="TextBox 23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131868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arrow two third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51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2" name="Freeform 18"/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273370"/>
              </a:gs>
              <a:gs pos="100000">
                <a:srgbClr val="010103"/>
              </a:gs>
            </a:gsLst>
            <a:lin ang="81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ym typeface="+mn-lt"/>
            </a:endParaRPr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6567628" y="3407803"/>
            <a:ext cx="2694666" cy="3456551"/>
          </a:xfrm>
          <a:custGeom>
            <a:avLst/>
            <a:gdLst>
              <a:gd name="connsiteX0" fmla="*/ 2068299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434992 w 2694666"/>
              <a:gd name="connsiteY3" fmla="*/ 3456551 h 3456551"/>
              <a:gd name="connsiteX4" fmla="*/ 0 w 2694666"/>
              <a:gd name="connsiteY4" fmla="*/ 0 h 3456551"/>
              <a:gd name="connsiteX5" fmla="*/ 1825478 w 2694666"/>
              <a:gd name="connsiteY5" fmla="*/ 0 h 3456551"/>
              <a:gd name="connsiteX6" fmla="*/ 1138791 w 2694666"/>
              <a:gd name="connsiteY6" fmla="*/ 3456551 h 3456551"/>
              <a:gd name="connsiteX7" fmla="*/ 0 w 2694666"/>
              <a:gd name="connsiteY7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4666" h="3456551">
                <a:moveTo>
                  <a:pt x="2068299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434992" y="3456551"/>
                </a:lnTo>
                <a:close/>
                <a:moveTo>
                  <a:pt x="0" y="0"/>
                </a:moveTo>
                <a:lnTo>
                  <a:pt x="1825478" y="0"/>
                </a:lnTo>
                <a:lnTo>
                  <a:pt x="1138791" y="3456551"/>
                </a:lnTo>
                <a:lnTo>
                  <a:pt x="0" y="3456551"/>
                </a:lnTo>
                <a:close/>
              </a:path>
            </a:pathLst>
          </a:cu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512763"/>
            <a:ext cx="6191475" cy="909637"/>
          </a:xfrm>
        </p:spPr>
        <p:txBody>
          <a:bodyPr lIns="0" tIns="0" rIns="0" bIns="0" anchor="t" anchorCtr="0">
            <a:noAutofit/>
          </a:bodyPr>
          <a:lstStyle>
            <a:lvl1pPr>
              <a:defRPr sz="340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3" name="Right Triangle 12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6" name="Picture 15"/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20" name="TextBox 19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70027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statement green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75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5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95325" y="3826333"/>
            <a:ext cx="10764836" cy="1606550"/>
          </a:xfrm>
        </p:spPr>
        <p:txBody>
          <a:bodyPr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big statement text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b="1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b="1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04484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ico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99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5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6" name="Rectangle 5"/>
          <p:cNvSpPr/>
          <p:nvPr userDrawn="1"/>
        </p:nvSpPr>
        <p:spPr bwMode="white">
          <a:xfrm>
            <a:off x="695325" y="625475"/>
            <a:ext cx="932688" cy="9326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 dirty="0">
              <a:solidFill>
                <a:srgbClr val="273370">
                  <a:lumMod val="100000"/>
                </a:srgb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695325" y="3826333"/>
            <a:ext cx="10764836" cy="160655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rgbClr val="273370">
                    <a:lumMod val="100000"/>
                  </a:srgbClr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big statement text</a:t>
            </a:r>
          </a:p>
        </p:txBody>
      </p:sp>
    </p:spTree>
    <p:extLst>
      <p:ext uri="{BB962C8B-B14F-4D97-AF65-F5344CB8AC3E}">
        <p14:creationId xmlns:p14="http://schemas.microsoft.com/office/powerpoint/2010/main" val="2564697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23" name="think-cell Slide" r:id="rId4" imgW="324" imgH="324" progId="TCLayout.ActiveDocument.1">
                  <p:embed/>
                </p:oleObj>
              </mc:Choice>
              <mc:Fallback>
                <p:oleObj name="think-cell Slide" r:id="rId4" imgW="324" imgH="32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34" b="1258"/>
          <a:stretch/>
        </p:blipFill>
        <p:spPr>
          <a:xfrm rot="16200000" flipH="1">
            <a:off x="6797461" y="101443"/>
            <a:ext cx="769257" cy="10019821"/>
          </a:xfrm>
          <a:custGeom>
            <a:avLst/>
            <a:gdLst>
              <a:gd name="connsiteX0" fmla="*/ 0 w 769257"/>
              <a:gd name="connsiteY0" fmla="*/ 0 h 10019821"/>
              <a:gd name="connsiteX1" fmla="*/ 0 w 769257"/>
              <a:gd name="connsiteY1" fmla="*/ 4631160 h 10019821"/>
              <a:gd name="connsiteX2" fmla="*/ 216750 w 769257"/>
              <a:gd name="connsiteY2" fmla="*/ 999646 h 10019821"/>
              <a:gd name="connsiteX3" fmla="*/ 197800 w 769257"/>
              <a:gd name="connsiteY3" fmla="*/ 10019821 h 10019821"/>
              <a:gd name="connsiteX4" fmla="*/ 769257 w 769257"/>
              <a:gd name="connsiteY4" fmla="*/ 10019821 h 10019821"/>
              <a:gd name="connsiteX5" fmla="*/ 769257 w 769257"/>
              <a:gd name="connsiteY5" fmla="*/ 0 h 10019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9257" h="10019821">
                <a:moveTo>
                  <a:pt x="0" y="0"/>
                </a:moveTo>
                <a:lnTo>
                  <a:pt x="0" y="4631160"/>
                </a:lnTo>
                <a:lnTo>
                  <a:pt x="216750" y="999646"/>
                </a:lnTo>
                <a:lnTo>
                  <a:pt x="197800" y="10019821"/>
                </a:lnTo>
                <a:lnTo>
                  <a:pt x="769257" y="10019821"/>
                </a:lnTo>
                <a:lnTo>
                  <a:pt x="769257" y="0"/>
                </a:lnTo>
                <a:close/>
              </a:path>
            </a:pathLst>
          </a:custGeom>
        </p:spPr>
      </p:pic>
      <p:sp>
        <p:nvSpPr>
          <p:cNvPr id="59" name="Freeform 58"/>
          <p:cNvSpPr>
            <a:spLocks/>
          </p:cNvSpPr>
          <p:nvPr/>
        </p:nvSpPr>
        <p:spPr bwMode="white">
          <a:xfrm flipH="1">
            <a:off x="0" y="0"/>
            <a:ext cx="12192000" cy="5867335"/>
          </a:xfrm>
          <a:custGeom>
            <a:avLst/>
            <a:gdLst>
              <a:gd name="connsiteX0" fmla="*/ 12192000 w 12192000"/>
              <a:gd name="connsiteY0" fmla="*/ 0 h 5867335"/>
              <a:gd name="connsiteX1" fmla="*/ 0 w 12192000"/>
              <a:gd name="connsiteY1" fmla="*/ 0 h 5867335"/>
              <a:gd name="connsiteX2" fmla="*/ 0 w 12192000"/>
              <a:gd name="connsiteY2" fmla="*/ 4945992 h 5867335"/>
              <a:gd name="connsiteX3" fmla="*/ 9041587 w 12192000"/>
              <a:gd name="connsiteY3" fmla="*/ 4945992 h 5867335"/>
              <a:gd name="connsiteX4" fmla="*/ 9974275 w 12192000"/>
              <a:gd name="connsiteY4" fmla="*/ 5867335 h 5867335"/>
              <a:gd name="connsiteX5" fmla="*/ 9974275 w 12192000"/>
              <a:gd name="connsiteY5" fmla="*/ 4945992 h 5867335"/>
              <a:gd name="connsiteX6" fmla="*/ 12192000 w 12192000"/>
              <a:gd name="connsiteY6" fmla="*/ 4945992 h 586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867335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>
              <a:solidFill>
                <a:srgbClr val="273370">
                  <a:lumMod val="100000"/>
                </a:srgb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1481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cial gray"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7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4"/>
          </p:nvPr>
        </p:nvSpPr>
        <p:spPr bwMode="white"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512763"/>
            <a:ext cx="10764836" cy="909637"/>
          </a:xfrm>
        </p:spPr>
        <p:txBody>
          <a:bodyPr lIns="0" tIns="0" rIns="0" bIns="0" anchor="t" anchorCtr="0">
            <a:noAutofit/>
          </a:bodyPr>
          <a:lstStyle>
            <a:lvl1pPr>
              <a:defRPr sz="340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92783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1"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07993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green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95"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86137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19"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68284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43" name="think-cell Slide" r:id="rId4" imgW="384" imgH="384" progId="TCLayout.ActiveDocument.1">
                  <p:embed/>
                </p:oleObj>
              </mc:Choice>
              <mc:Fallback>
                <p:oleObj name="think-cell Slide" r:id="rId4" imgW="384" imgH="38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B1BE9CA4-DAD2-FF48-A729-547A9CF8A2CD}"/>
              </a:ext>
            </a:extLst>
          </p:cNvPr>
          <p:cNvSpPr txBox="1">
            <a:spLocks/>
          </p:cNvSpPr>
          <p:nvPr userDrawn="1"/>
        </p:nvSpPr>
        <p:spPr>
          <a:xfrm>
            <a:off x="695325" y="3013501"/>
            <a:ext cx="5400675" cy="830997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sz="60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Thank you</a:t>
            </a:r>
            <a:endParaRPr lang="ar-SA" sz="60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7" name="Isosceles Triangle 6"/>
          <p:cNvSpPr/>
          <p:nvPr userDrawn="1"/>
        </p:nvSpPr>
        <p:spPr>
          <a:xfrm>
            <a:off x="7395884" y="4078941"/>
            <a:ext cx="4794997" cy="2779059"/>
          </a:xfrm>
          <a:prstGeom prst="triangle">
            <a:avLst>
              <a:gd name="adj" fmla="val 100000"/>
            </a:avLst>
          </a:prstGeom>
          <a:solidFill>
            <a:srgbClr val="FFFFFF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27337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474" y="5563050"/>
            <a:ext cx="2218882" cy="104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609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67"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56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grpSp>
        <p:nvGrpSpPr>
          <p:cNvPr id="94" name="Group 93"/>
          <p:cNvGrpSpPr/>
          <p:nvPr userDrawn="1"/>
        </p:nvGrpSpPr>
        <p:grpSpPr>
          <a:xfrm>
            <a:off x="-900" y="0"/>
            <a:ext cx="12193800" cy="6858001"/>
            <a:chOff x="-900" y="0"/>
            <a:chExt cx="12193800" cy="6858001"/>
          </a:xfrm>
        </p:grpSpPr>
        <p:grpSp>
          <p:nvGrpSpPr>
            <p:cNvPr id="95" name="Group 94"/>
            <p:cNvGrpSpPr/>
            <p:nvPr/>
          </p:nvGrpSpPr>
          <p:grpSpPr>
            <a:xfrm>
              <a:off x="-900" y="0"/>
              <a:ext cx="12193800" cy="6858001"/>
              <a:chOff x="-900" y="0"/>
              <a:chExt cx="12193800" cy="6858001"/>
            </a:xfrm>
          </p:grpSpPr>
          <p:sp>
            <p:nvSpPr>
              <p:cNvPr id="97" name="Freeform 96"/>
              <p:cNvSpPr/>
              <p:nvPr/>
            </p:nvSpPr>
            <p:spPr>
              <a:xfrm>
                <a:off x="-300" y="0"/>
                <a:ext cx="12193200" cy="6858000"/>
              </a:xfrm>
              <a:custGeom>
                <a:avLst/>
                <a:gdLst>
                  <a:gd name="connsiteX0" fmla="*/ 629400 w 12193200"/>
                  <a:gd name="connsiteY0" fmla="*/ 487679 h 6858000"/>
                  <a:gd name="connsiteX1" fmla="*/ 629400 w 12193200"/>
                  <a:gd name="connsiteY1" fmla="*/ 774466 h 6858000"/>
                  <a:gd name="connsiteX2" fmla="*/ 630001 w 12193200"/>
                  <a:gd name="connsiteY2" fmla="*/ 774466 h 6858000"/>
                  <a:gd name="connsiteX3" fmla="*/ 630001 w 12193200"/>
                  <a:gd name="connsiteY3" fmla="*/ 5936631 h 6858000"/>
                  <a:gd name="connsiteX4" fmla="*/ 11562000 w 12193200"/>
                  <a:gd name="connsiteY4" fmla="*/ 5936631 h 6858000"/>
                  <a:gd name="connsiteX5" fmla="*/ 11562000 w 12193200"/>
                  <a:gd name="connsiteY5" fmla="*/ 622800 h 6858000"/>
                  <a:gd name="connsiteX6" fmla="*/ 11561629 w 12193200"/>
                  <a:gd name="connsiteY6" fmla="*/ 622800 h 6858000"/>
                  <a:gd name="connsiteX7" fmla="*/ 11561629 w 12193200"/>
                  <a:gd name="connsiteY7" fmla="*/ 487679 h 6858000"/>
                  <a:gd name="connsiteX8" fmla="*/ 0 w 12193200"/>
                  <a:gd name="connsiteY8" fmla="*/ 0 h 6858000"/>
                  <a:gd name="connsiteX9" fmla="*/ 12193200 w 12193200"/>
                  <a:gd name="connsiteY9" fmla="*/ 0 h 6858000"/>
                  <a:gd name="connsiteX10" fmla="*/ 12193200 w 12193200"/>
                  <a:gd name="connsiteY10" fmla="*/ 622800 h 6858000"/>
                  <a:gd name="connsiteX11" fmla="*/ 12192000 w 12193200"/>
                  <a:gd name="connsiteY11" fmla="*/ 622800 h 6858000"/>
                  <a:gd name="connsiteX12" fmla="*/ 12192000 w 12193200"/>
                  <a:gd name="connsiteY12" fmla="*/ 6160597 h 6858000"/>
                  <a:gd name="connsiteX13" fmla="*/ 12193200 w 12193200"/>
                  <a:gd name="connsiteY13" fmla="*/ 6160597 h 6858000"/>
                  <a:gd name="connsiteX14" fmla="*/ 12193200 w 12193200"/>
                  <a:gd name="connsiteY14" fmla="*/ 6858000 h 6858000"/>
                  <a:gd name="connsiteX15" fmla="*/ 12192000 w 12193200"/>
                  <a:gd name="connsiteY15" fmla="*/ 6858000 h 6858000"/>
                  <a:gd name="connsiteX16" fmla="*/ 11562000 w 12193200"/>
                  <a:gd name="connsiteY16" fmla="*/ 6858000 h 6858000"/>
                  <a:gd name="connsiteX17" fmla="*/ 630001 w 12193200"/>
                  <a:gd name="connsiteY17" fmla="*/ 6858000 h 6858000"/>
                  <a:gd name="connsiteX18" fmla="*/ 1 w 12193200"/>
                  <a:gd name="connsiteY18" fmla="*/ 6858000 h 6858000"/>
                  <a:gd name="connsiteX19" fmla="*/ 1 w 12193200"/>
                  <a:gd name="connsiteY19" fmla="*/ 6160597 h 6858000"/>
                  <a:gd name="connsiteX20" fmla="*/ 1 w 12193200"/>
                  <a:gd name="connsiteY20" fmla="*/ 622800 h 6858000"/>
                  <a:gd name="connsiteX21" fmla="*/ 0 w 12193200"/>
                  <a:gd name="connsiteY21" fmla="*/ 6228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193200" h="6858000">
                    <a:moveTo>
                      <a:pt x="629400" y="487679"/>
                    </a:moveTo>
                    <a:lnTo>
                      <a:pt x="629400" y="774466"/>
                    </a:lnTo>
                    <a:lnTo>
                      <a:pt x="630001" y="774466"/>
                    </a:lnTo>
                    <a:lnTo>
                      <a:pt x="630001" y="5936631"/>
                    </a:lnTo>
                    <a:lnTo>
                      <a:pt x="11562000" y="5936631"/>
                    </a:lnTo>
                    <a:lnTo>
                      <a:pt x="11562000" y="622800"/>
                    </a:lnTo>
                    <a:lnTo>
                      <a:pt x="11561629" y="622800"/>
                    </a:lnTo>
                    <a:lnTo>
                      <a:pt x="11561629" y="487679"/>
                    </a:lnTo>
                    <a:close/>
                    <a:moveTo>
                      <a:pt x="0" y="0"/>
                    </a:moveTo>
                    <a:lnTo>
                      <a:pt x="12193200" y="0"/>
                    </a:lnTo>
                    <a:lnTo>
                      <a:pt x="12193200" y="622800"/>
                    </a:lnTo>
                    <a:lnTo>
                      <a:pt x="12192000" y="622800"/>
                    </a:lnTo>
                    <a:lnTo>
                      <a:pt x="12192000" y="6160597"/>
                    </a:lnTo>
                    <a:lnTo>
                      <a:pt x="12193200" y="6160597"/>
                    </a:lnTo>
                    <a:lnTo>
                      <a:pt x="12193200" y="6858000"/>
                    </a:lnTo>
                    <a:lnTo>
                      <a:pt x="12192000" y="6858000"/>
                    </a:lnTo>
                    <a:lnTo>
                      <a:pt x="11562000" y="6858000"/>
                    </a:lnTo>
                    <a:lnTo>
                      <a:pt x="630001" y="6858000"/>
                    </a:lnTo>
                    <a:lnTo>
                      <a:pt x="1" y="6858000"/>
                    </a:lnTo>
                    <a:lnTo>
                      <a:pt x="1" y="6160597"/>
                    </a:lnTo>
                    <a:lnTo>
                      <a:pt x="1" y="622800"/>
                    </a:lnTo>
                    <a:lnTo>
                      <a:pt x="0" y="622800"/>
                    </a:lnTo>
                    <a:close/>
                  </a:path>
                </a:pathLst>
              </a:custGeom>
              <a:solidFill>
                <a:srgbClr val="FFEFEF">
                  <a:alpha val="4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8" name="Slide edges"/>
              <p:cNvSpPr>
                <a:spLocks/>
              </p:cNvSpPr>
              <p:nvPr/>
            </p:nvSpPr>
            <p:spPr bwMode="auto">
              <a:xfrm>
                <a:off x="-900" y="1"/>
                <a:ext cx="12193200" cy="6858000"/>
              </a:xfrm>
              <a:custGeom>
                <a:avLst/>
                <a:gdLst>
                  <a:gd name="T0" fmla="*/ 6024 w 6026"/>
                  <a:gd name="T1" fmla="*/ 3394 h 3396"/>
                  <a:gd name="T2" fmla="*/ 6024 w 6026"/>
                  <a:gd name="T3" fmla="*/ 3391 h 3396"/>
                  <a:gd name="T4" fmla="*/ 5 w 6026"/>
                  <a:gd name="T5" fmla="*/ 3391 h 3396"/>
                  <a:gd name="T6" fmla="*/ 5 w 6026"/>
                  <a:gd name="T7" fmla="*/ 5 h 3396"/>
                  <a:gd name="T8" fmla="*/ 6021 w 6026"/>
                  <a:gd name="T9" fmla="*/ 5 h 3396"/>
                  <a:gd name="T10" fmla="*/ 6021 w 6026"/>
                  <a:gd name="T11" fmla="*/ 3394 h 3396"/>
                  <a:gd name="T12" fmla="*/ 6024 w 6026"/>
                  <a:gd name="T13" fmla="*/ 3394 h 3396"/>
                  <a:gd name="T14" fmla="*/ 6024 w 6026"/>
                  <a:gd name="T15" fmla="*/ 3391 h 3396"/>
                  <a:gd name="T16" fmla="*/ 6024 w 6026"/>
                  <a:gd name="T17" fmla="*/ 3394 h 3396"/>
                  <a:gd name="T18" fmla="*/ 6026 w 6026"/>
                  <a:gd name="T19" fmla="*/ 3394 h 3396"/>
                  <a:gd name="T20" fmla="*/ 6026 w 6026"/>
                  <a:gd name="T21" fmla="*/ 0 h 3396"/>
                  <a:gd name="T22" fmla="*/ 0 w 6026"/>
                  <a:gd name="T23" fmla="*/ 0 h 3396"/>
                  <a:gd name="T24" fmla="*/ 0 w 6026"/>
                  <a:gd name="T25" fmla="*/ 3396 h 3396"/>
                  <a:gd name="T26" fmla="*/ 6026 w 6026"/>
                  <a:gd name="T27" fmla="*/ 3396 h 3396"/>
                  <a:gd name="T28" fmla="*/ 6026 w 6026"/>
                  <a:gd name="T29" fmla="*/ 3394 h 3396"/>
                  <a:gd name="T30" fmla="*/ 6024 w 6026"/>
                  <a:gd name="T31" fmla="*/ 3394 h 3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6026" h="3396">
                    <a:moveTo>
                      <a:pt x="6024" y="3394"/>
                    </a:moveTo>
                    <a:lnTo>
                      <a:pt x="6024" y="3391"/>
                    </a:lnTo>
                    <a:lnTo>
                      <a:pt x="5" y="3391"/>
                    </a:lnTo>
                    <a:lnTo>
                      <a:pt x="5" y="5"/>
                    </a:lnTo>
                    <a:lnTo>
                      <a:pt x="6021" y="5"/>
                    </a:lnTo>
                    <a:lnTo>
                      <a:pt x="6021" y="3394"/>
                    </a:lnTo>
                    <a:lnTo>
                      <a:pt x="6024" y="3394"/>
                    </a:lnTo>
                    <a:lnTo>
                      <a:pt x="6024" y="3391"/>
                    </a:lnTo>
                    <a:lnTo>
                      <a:pt x="6024" y="3394"/>
                    </a:lnTo>
                    <a:lnTo>
                      <a:pt x="6026" y="3394"/>
                    </a:lnTo>
                    <a:lnTo>
                      <a:pt x="6026" y="0"/>
                    </a:lnTo>
                    <a:lnTo>
                      <a:pt x="0" y="0"/>
                    </a:lnTo>
                    <a:lnTo>
                      <a:pt x="0" y="3396"/>
                    </a:lnTo>
                    <a:lnTo>
                      <a:pt x="6026" y="3396"/>
                    </a:lnTo>
                    <a:lnTo>
                      <a:pt x="6026" y="3394"/>
                    </a:lnTo>
                    <a:lnTo>
                      <a:pt x="6024" y="3394"/>
                    </a:lnTo>
                    <a:close/>
                  </a:path>
                </a:pathLst>
              </a:custGeom>
              <a:solidFill>
                <a:srgbClr val="696969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75757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99" name="Footnote measure"/>
              <p:cNvSpPr>
                <a:spLocks noChangeArrowheads="1"/>
              </p:cNvSpPr>
              <p:nvPr/>
            </p:nvSpPr>
            <p:spPr bwMode="auto">
              <a:xfrm>
                <a:off x="695325" y="5936630"/>
                <a:ext cx="10764835" cy="623310"/>
              </a:xfrm>
              <a:prstGeom prst="rect">
                <a:avLst/>
              </a:prstGeom>
              <a:solidFill>
                <a:srgbClr val="FDBD4D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grpSp>
            <p:nvGrpSpPr>
              <p:cNvPr id="100" name="Baselines / anchors"/>
              <p:cNvGrpSpPr/>
              <p:nvPr/>
            </p:nvGrpSpPr>
            <p:grpSpPr>
              <a:xfrm>
                <a:off x="-900" y="487679"/>
                <a:ext cx="12193200" cy="5448952"/>
                <a:chOff x="12623800" y="622800"/>
                <a:chExt cx="11176000" cy="5536800"/>
              </a:xfrm>
            </p:grpSpPr>
            <p:cxnSp>
              <p:nvCxnSpPr>
                <p:cNvPr id="121" name="Straight Connector 120"/>
                <p:cNvCxnSpPr/>
                <p:nvPr/>
              </p:nvCxnSpPr>
              <p:spPr>
                <a:xfrm>
                  <a:off x="12623800" y="622800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Straight Connector 121"/>
                <p:cNvCxnSpPr/>
                <p:nvPr/>
              </p:nvCxnSpPr>
              <p:spPr>
                <a:xfrm>
                  <a:off x="12623800" y="914211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Straight Connector 122"/>
                <p:cNvCxnSpPr/>
                <p:nvPr/>
              </p:nvCxnSpPr>
              <p:spPr>
                <a:xfrm>
                  <a:off x="12623800" y="1205622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Straight Connector 123"/>
                <p:cNvCxnSpPr/>
                <p:nvPr/>
              </p:nvCxnSpPr>
              <p:spPr>
                <a:xfrm>
                  <a:off x="12623800" y="1497600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Straight Connector 124"/>
                <p:cNvCxnSpPr/>
                <p:nvPr/>
              </p:nvCxnSpPr>
              <p:spPr>
                <a:xfrm>
                  <a:off x="12623800" y="1788444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Straight Connector 125"/>
                <p:cNvCxnSpPr/>
                <p:nvPr/>
              </p:nvCxnSpPr>
              <p:spPr>
                <a:xfrm>
                  <a:off x="12623800" y="2079855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>
                <a:xfrm>
                  <a:off x="12623800" y="2371266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>
                <a:xfrm>
                  <a:off x="12623800" y="2662677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>
                <a:xfrm>
                  <a:off x="12623800" y="2954088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>
                <a:xfrm>
                  <a:off x="12623800" y="3245499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Straight Connector 130"/>
                <p:cNvCxnSpPr/>
                <p:nvPr/>
              </p:nvCxnSpPr>
              <p:spPr>
                <a:xfrm>
                  <a:off x="12623800" y="3536910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Straight Connector 131"/>
                <p:cNvCxnSpPr/>
                <p:nvPr/>
              </p:nvCxnSpPr>
              <p:spPr>
                <a:xfrm>
                  <a:off x="12623800" y="3828321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Straight Connector 132"/>
                <p:cNvCxnSpPr/>
                <p:nvPr/>
              </p:nvCxnSpPr>
              <p:spPr>
                <a:xfrm>
                  <a:off x="12623800" y="4119732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Straight Connector 137"/>
                <p:cNvCxnSpPr/>
                <p:nvPr/>
              </p:nvCxnSpPr>
              <p:spPr>
                <a:xfrm>
                  <a:off x="12623800" y="4411143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Straight Connector 138"/>
                <p:cNvCxnSpPr/>
                <p:nvPr/>
              </p:nvCxnSpPr>
              <p:spPr>
                <a:xfrm>
                  <a:off x="12623800" y="4702554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Straight Connector 139"/>
                <p:cNvCxnSpPr/>
                <p:nvPr/>
              </p:nvCxnSpPr>
              <p:spPr>
                <a:xfrm>
                  <a:off x="12623800" y="4993965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Straight Connector 140"/>
                <p:cNvCxnSpPr/>
                <p:nvPr/>
              </p:nvCxnSpPr>
              <p:spPr>
                <a:xfrm>
                  <a:off x="12623800" y="5285376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Straight Connector 141"/>
                <p:cNvCxnSpPr/>
                <p:nvPr/>
              </p:nvCxnSpPr>
              <p:spPr>
                <a:xfrm>
                  <a:off x="12623800" y="5576787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>
                <a:xfrm>
                  <a:off x="12623800" y="5868198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>
                <a:xfrm>
                  <a:off x="12623800" y="6159600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1" name="Gutter space"/>
              <p:cNvGrpSpPr/>
              <p:nvPr/>
            </p:nvGrpSpPr>
            <p:grpSpPr>
              <a:xfrm>
                <a:off x="1276700" y="488417"/>
                <a:ext cx="9638000" cy="5449195"/>
                <a:chOff x="1277000" y="623550"/>
                <a:chExt cx="9638000" cy="5537047"/>
              </a:xfrm>
            </p:grpSpPr>
            <p:sp>
              <p:nvSpPr>
                <p:cNvPr id="110" name="Rectangle 34"/>
                <p:cNvSpPr>
                  <a:spLocks noChangeArrowheads="1"/>
                </p:cNvSpPr>
                <p:nvPr/>
              </p:nvSpPr>
              <p:spPr bwMode="auto">
                <a:xfrm>
                  <a:off x="6887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1" name="Rectangle 35"/>
                <p:cNvSpPr>
                  <a:spLocks noChangeArrowheads="1"/>
                </p:cNvSpPr>
                <p:nvPr/>
              </p:nvSpPr>
              <p:spPr bwMode="auto">
                <a:xfrm>
                  <a:off x="8757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2" name="Rectangle 36"/>
                <p:cNvSpPr>
                  <a:spLocks noChangeArrowheads="1"/>
                </p:cNvSpPr>
                <p:nvPr/>
              </p:nvSpPr>
              <p:spPr bwMode="auto">
                <a:xfrm>
                  <a:off x="7822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3" name="Rectangle 37"/>
                <p:cNvSpPr>
                  <a:spLocks noChangeArrowheads="1"/>
                </p:cNvSpPr>
                <p:nvPr/>
              </p:nvSpPr>
              <p:spPr bwMode="auto">
                <a:xfrm>
                  <a:off x="9692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4" name="Rectangle 38"/>
                <p:cNvSpPr>
                  <a:spLocks noChangeArrowheads="1"/>
                </p:cNvSpPr>
                <p:nvPr/>
              </p:nvSpPr>
              <p:spPr bwMode="auto">
                <a:xfrm>
                  <a:off x="10627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5" name="Rectangle 39"/>
                <p:cNvSpPr>
                  <a:spLocks noChangeArrowheads="1"/>
                </p:cNvSpPr>
                <p:nvPr/>
              </p:nvSpPr>
              <p:spPr bwMode="auto">
                <a:xfrm>
                  <a:off x="5952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6" name="Rectangle 40"/>
                <p:cNvSpPr>
                  <a:spLocks noChangeArrowheads="1"/>
                </p:cNvSpPr>
                <p:nvPr/>
              </p:nvSpPr>
              <p:spPr bwMode="auto">
                <a:xfrm>
                  <a:off x="1277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7" name="Rectangle 41"/>
                <p:cNvSpPr>
                  <a:spLocks noChangeArrowheads="1"/>
                </p:cNvSpPr>
                <p:nvPr/>
              </p:nvSpPr>
              <p:spPr bwMode="auto">
                <a:xfrm>
                  <a:off x="2212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8" name="Rectangle 42"/>
                <p:cNvSpPr>
                  <a:spLocks noChangeArrowheads="1"/>
                </p:cNvSpPr>
                <p:nvPr/>
              </p:nvSpPr>
              <p:spPr bwMode="auto">
                <a:xfrm>
                  <a:off x="3147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9" name="Rectangle 43"/>
                <p:cNvSpPr>
                  <a:spLocks noChangeArrowheads="1"/>
                </p:cNvSpPr>
                <p:nvPr/>
              </p:nvSpPr>
              <p:spPr bwMode="auto">
                <a:xfrm>
                  <a:off x="4082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0" name="Rectangle 44"/>
                <p:cNvSpPr>
                  <a:spLocks noChangeArrowheads="1"/>
                </p:cNvSpPr>
                <p:nvPr/>
              </p:nvSpPr>
              <p:spPr bwMode="auto">
                <a:xfrm>
                  <a:off x="5017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102" name="Whitespace measure"/>
              <p:cNvSpPr>
                <a:spLocks noChangeArrowheads="1"/>
              </p:cNvSpPr>
              <p:nvPr/>
            </p:nvSpPr>
            <p:spPr bwMode="auto">
              <a:xfrm>
                <a:off x="695325" y="1348599"/>
                <a:ext cx="10764835" cy="573947"/>
              </a:xfrm>
              <a:prstGeom prst="rect">
                <a:avLst/>
              </a:prstGeom>
              <a:solidFill>
                <a:srgbClr val="FDBD4D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grpSp>
            <p:nvGrpSpPr>
              <p:cNvPr id="103" name="Five column measure"/>
              <p:cNvGrpSpPr/>
              <p:nvPr/>
            </p:nvGrpSpPr>
            <p:grpSpPr>
              <a:xfrm>
                <a:off x="695325" y="5755080"/>
                <a:ext cx="10764836" cy="78274"/>
                <a:chOff x="629400" y="5975122"/>
                <a:chExt cx="10933200" cy="79536"/>
              </a:xfrm>
            </p:grpSpPr>
            <p:sp>
              <p:nvSpPr>
                <p:cNvPr id="105" name="Rectangle 5"/>
                <p:cNvSpPr>
                  <a:spLocks noChangeArrowheads="1"/>
                </p:cNvSpPr>
                <p:nvPr/>
              </p:nvSpPr>
              <p:spPr bwMode="auto">
                <a:xfrm>
                  <a:off x="2880128" y="5975122"/>
                  <a:ext cx="1930288" cy="79536"/>
                </a:xfrm>
                <a:prstGeom prst="rect">
                  <a:avLst/>
                </a:prstGeom>
                <a:solidFill>
                  <a:srgbClr val="696969">
                    <a:alpha val="10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06" name="Rectangle 7"/>
                <p:cNvSpPr>
                  <a:spLocks noChangeArrowheads="1"/>
                </p:cNvSpPr>
                <p:nvPr/>
              </p:nvSpPr>
              <p:spPr bwMode="auto">
                <a:xfrm>
                  <a:off x="9626194" y="5975122"/>
                  <a:ext cx="1936406" cy="79536"/>
                </a:xfrm>
                <a:prstGeom prst="rect">
                  <a:avLst/>
                </a:prstGeom>
                <a:solidFill>
                  <a:srgbClr val="696969">
                    <a:alpha val="10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07" name="Rectangle 9"/>
                <p:cNvSpPr>
                  <a:spLocks noChangeArrowheads="1"/>
                </p:cNvSpPr>
                <p:nvPr/>
              </p:nvSpPr>
              <p:spPr bwMode="auto">
                <a:xfrm>
                  <a:off x="7372407" y="5975122"/>
                  <a:ext cx="1936406" cy="79536"/>
                </a:xfrm>
                <a:prstGeom prst="rect">
                  <a:avLst/>
                </a:prstGeom>
                <a:solidFill>
                  <a:srgbClr val="696969">
                    <a:alpha val="10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08" name="Rectangle 11"/>
                <p:cNvSpPr>
                  <a:spLocks noChangeArrowheads="1"/>
                </p:cNvSpPr>
                <p:nvPr/>
              </p:nvSpPr>
              <p:spPr bwMode="auto">
                <a:xfrm>
                  <a:off x="5127797" y="5975122"/>
                  <a:ext cx="1927229" cy="79536"/>
                </a:xfrm>
                <a:prstGeom prst="rect">
                  <a:avLst/>
                </a:prstGeom>
                <a:solidFill>
                  <a:srgbClr val="696969">
                    <a:alpha val="10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09" name="Rectangle 13"/>
                <p:cNvSpPr>
                  <a:spLocks noChangeArrowheads="1"/>
                </p:cNvSpPr>
                <p:nvPr/>
              </p:nvSpPr>
              <p:spPr bwMode="auto">
                <a:xfrm>
                  <a:off x="629400" y="5975122"/>
                  <a:ext cx="1933347" cy="79536"/>
                </a:xfrm>
                <a:prstGeom prst="rect">
                  <a:avLst/>
                </a:prstGeom>
                <a:solidFill>
                  <a:srgbClr val="696969">
                    <a:alpha val="10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104" name="Live area"/>
              <p:cNvSpPr/>
              <p:nvPr/>
            </p:nvSpPr>
            <p:spPr>
              <a:xfrm>
                <a:off x="695325" y="1921238"/>
                <a:ext cx="10764835" cy="4015393"/>
              </a:xfrm>
              <a:custGeom>
                <a:avLst/>
                <a:gdLst>
                  <a:gd name="connsiteX0" fmla="*/ 0 w 10931999"/>
                  <a:gd name="connsiteY0" fmla="*/ 0 h 5537797"/>
                  <a:gd name="connsiteX1" fmla="*/ 10931999 w 10931999"/>
                  <a:gd name="connsiteY1" fmla="*/ 0 h 5537797"/>
                  <a:gd name="connsiteX2" fmla="*/ 10931999 w 10931999"/>
                  <a:gd name="connsiteY2" fmla="*/ 5537797 h 5537797"/>
                  <a:gd name="connsiteX3" fmla="*/ 0 w 10931999"/>
                  <a:gd name="connsiteY3" fmla="*/ 5537797 h 5537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931999" h="5537797">
                    <a:moveTo>
                      <a:pt x="0" y="0"/>
                    </a:moveTo>
                    <a:lnTo>
                      <a:pt x="10931999" y="0"/>
                    </a:lnTo>
                    <a:lnTo>
                      <a:pt x="10931999" y="5537797"/>
                    </a:lnTo>
                    <a:lnTo>
                      <a:pt x="0" y="5537797"/>
                    </a:lnTo>
                    <a:close/>
                  </a:path>
                </a:pathLst>
              </a:custGeom>
              <a:noFill/>
              <a:ln w="9525">
                <a:solidFill>
                  <a:srgbClr val="C00000">
                    <a:alpha val="35000"/>
                  </a:srgb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lnSpc>
                    <a:spcPct val="90000"/>
                  </a:lnSpc>
                  <a:spcAft>
                    <a:spcPts val="1000"/>
                  </a:spcAft>
                </a:pPr>
                <a:endParaRPr lang="en-US" sz="12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96" name="ee4pFootnotes"/>
            <p:cNvSpPr>
              <a:spLocks noChangeArrowheads="1"/>
            </p:cNvSpPr>
            <p:nvPr/>
          </p:nvSpPr>
          <p:spPr bwMode="auto">
            <a:xfrm>
              <a:off x="695325" y="6144442"/>
              <a:ext cx="8448675" cy="415498"/>
            </a:xfrm>
            <a:prstGeom prst="rect">
              <a:avLst/>
            </a:prstGeom>
            <a:noFill/>
            <a:ln w="9525" algn="ctr">
              <a:noFill/>
              <a:miter lim="800000"/>
              <a:headEnd type="none" w="lg" len="lg"/>
              <a:tailEnd type="none" w="lg" len="lg"/>
            </a:ln>
          </p:spPr>
          <p:txBody>
            <a:bodyPr vert="horz" wrap="square" lIns="0" tIns="0" rIns="0" bIns="0" anchor="b" anchorCtr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000" dirty="0">
                  <a:solidFill>
                    <a:srgbClr val="A6A6A6"/>
                  </a:solidFill>
                  <a:latin typeface="Arial" panose="020B0604020202020204" pitchFamily="34" charset="0"/>
                  <a:sym typeface="+mn-lt"/>
                </a:rPr>
                <a:t>1. xxxx  2. xxxx  3. xxxx</a:t>
              </a:r>
            </a:p>
            <a:p>
              <a:pPr>
                <a:lnSpc>
                  <a:spcPct val="90000"/>
                </a:lnSpc>
              </a:pPr>
              <a:r>
                <a:rPr lang="en-US" sz="1000" dirty="0">
                  <a:solidFill>
                    <a:srgbClr val="A6A6A6"/>
                  </a:solidFill>
                  <a:latin typeface="Arial" panose="020B0604020202020204" pitchFamily="34" charset="0"/>
                  <a:sym typeface="+mn-lt"/>
                </a:rPr>
                <a:t>Note: List footnotes in numerical order. Footnote numbers are not bracketed. Use 10pt font. Do not put a period at the end of the note or the source</a:t>
              </a:r>
            </a:p>
            <a:p>
              <a:pPr>
                <a:lnSpc>
                  <a:spcPct val="90000"/>
                </a:lnSpc>
              </a:pPr>
              <a:r>
                <a:rPr lang="en-US" sz="1000" dirty="0">
                  <a:solidFill>
                    <a:srgbClr val="A6A6A6"/>
                  </a:solidFill>
                  <a:latin typeface="Arial" panose="020B0604020202020204" pitchFamily="34" charset="0"/>
                  <a:sym typeface="+mn-lt"/>
                </a:rPr>
                <a:t>Source: Include a source for every chart that you use. Separate sources with a semicolon; BCG-related sources go at the 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4539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91" name="think-cell Slide" r:id="rId5" imgW="384" imgH="384" progId="TCLayout.ActiveDocument.1">
                  <p:embed/>
                </p:oleObj>
              </mc:Choice>
              <mc:Fallback>
                <p:oleObj name="think-cell Slide" r:id="rId5" imgW="384" imgH="38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4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B1BE9CA4-DAD2-FF48-A729-547A9CF8A2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5325" y="1360173"/>
            <a:ext cx="6700559" cy="1994624"/>
          </a:xfrm>
        </p:spPr>
        <p:txBody>
          <a:bodyPr lIns="0" tIns="0" rIns="0" bIns="0" anchor="b">
            <a:noAutofit/>
          </a:bodyPr>
          <a:lstStyle>
            <a:lvl1pPr algn="l">
              <a:defRPr sz="4400" baseline="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Presentation title goes here</a:t>
            </a:r>
            <a:endParaRPr lang="ar-SA" dirty="0"/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29E3B25C-B170-F241-807D-DB55A4665B0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4" y="3510540"/>
            <a:ext cx="6700560" cy="863751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 goes here</a:t>
            </a:r>
            <a:endParaRPr lang="ar-SA" dirty="0"/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95325" y="4586286"/>
            <a:ext cx="5400675" cy="36512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6" name="Isosceles Triangle 25"/>
          <p:cNvSpPr/>
          <p:nvPr userDrawn="1"/>
        </p:nvSpPr>
        <p:spPr>
          <a:xfrm>
            <a:off x="7395884" y="4078941"/>
            <a:ext cx="4794997" cy="2779059"/>
          </a:xfrm>
          <a:prstGeom prst="triangle">
            <a:avLst>
              <a:gd name="adj" fmla="val 100000"/>
            </a:avLst>
          </a:prstGeom>
          <a:solidFill>
            <a:srgbClr val="FFFFFF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27337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474" y="5563050"/>
            <a:ext cx="2218882" cy="104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506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Object 28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15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57" name="Date Placeholder 56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050" y="512763"/>
            <a:ext cx="10522113" cy="679543"/>
          </a:xfrm>
        </p:spPr>
        <p:txBody>
          <a:bodyPr lIns="0" tIns="0" rIns="0" bIns="0" anchor="t" anchorCtr="0">
            <a:noAutofit/>
          </a:bodyPr>
          <a:lstStyle>
            <a:lvl1pPr>
              <a:defRPr sz="240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8" name="Group 7"/>
          <p:cNvGrpSpPr/>
          <p:nvPr userDrawn="1"/>
        </p:nvGrpSpPr>
        <p:grpSpPr>
          <a:xfrm>
            <a:off x="397420" y="550751"/>
            <a:ext cx="462459" cy="576905"/>
            <a:chOff x="324330" y="590555"/>
            <a:chExt cx="608641" cy="759263"/>
          </a:xfrm>
        </p:grpSpPr>
        <p:sp>
          <p:nvSpPr>
            <p:cNvPr id="9" name="Parallelogram 8"/>
            <p:cNvSpPr/>
            <p:nvPr/>
          </p:nvSpPr>
          <p:spPr>
            <a:xfrm rot="5400000">
              <a:off x="249018" y="796732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 rot="8954161" flipH="1" flipV="1">
              <a:off x="324330" y="915653"/>
              <a:ext cx="608641" cy="112731"/>
            </a:xfrm>
            <a:prstGeom prst="rect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65855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39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AD1DA01-0E73-44DE-A132-B4FF1E70A3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5325" y="1959430"/>
            <a:ext cx="10764836" cy="397818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050" y="512763"/>
            <a:ext cx="10522112" cy="679543"/>
          </a:xfrm>
        </p:spPr>
        <p:txBody>
          <a:bodyPr lIns="0" tIns="0" rIns="0" bIns="0" anchor="t" anchorCtr="0">
            <a:noAutofit/>
          </a:bodyPr>
          <a:lstStyle>
            <a:lvl1pPr>
              <a:defRPr sz="240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8" name="Group 7"/>
          <p:cNvGrpSpPr/>
          <p:nvPr userDrawn="1"/>
        </p:nvGrpSpPr>
        <p:grpSpPr>
          <a:xfrm>
            <a:off x="397420" y="550751"/>
            <a:ext cx="462459" cy="576905"/>
            <a:chOff x="324330" y="590555"/>
            <a:chExt cx="608641" cy="759263"/>
          </a:xfrm>
        </p:grpSpPr>
        <p:sp>
          <p:nvSpPr>
            <p:cNvPr id="9" name="Parallelogram 8"/>
            <p:cNvSpPr/>
            <p:nvPr/>
          </p:nvSpPr>
          <p:spPr>
            <a:xfrm rot="5400000">
              <a:off x="249018" y="796732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 rot="8954161" flipH="1" flipV="1">
              <a:off x="324330" y="915653"/>
              <a:ext cx="608641" cy="112731"/>
            </a:xfrm>
            <a:prstGeom prst="rect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163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Gray slice head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63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7" name="Rectangle 6"/>
          <p:cNvSpPr/>
          <p:nvPr userDrawn="1"/>
        </p:nvSpPr>
        <p:spPr bwMode="white">
          <a:xfrm>
            <a:off x="1" y="-1309"/>
            <a:ext cx="4694400" cy="6859309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8" name="Subtitle 2"/>
          <p:cNvSpPr>
            <a:spLocks noGrp="1"/>
          </p:cNvSpPr>
          <p:nvPr>
            <p:ph type="subTitle" idx="13" hasCustomPrompt="1"/>
          </p:nvPr>
        </p:nvSpPr>
        <p:spPr>
          <a:xfrm>
            <a:off x="695325" y="2158987"/>
            <a:ext cx="3744000" cy="5416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rgbClr val="273370">
                    <a:lumMod val="100000"/>
                  </a:srgbClr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Title 4"/>
          <p:cNvSpPr>
            <a:spLocks noGrp="1"/>
          </p:cNvSpPr>
          <p:nvPr>
            <p:ph type="title" hasCustomPrompt="1"/>
          </p:nvPr>
        </p:nvSpPr>
        <p:spPr>
          <a:xfrm>
            <a:off x="695325" y="1227048"/>
            <a:ext cx="3744000" cy="664797"/>
          </a:xfrm>
        </p:spPr>
        <p:txBody>
          <a:bodyPr anchor="t">
            <a:noAutofit/>
          </a:bodyPr>
          <a:lstStyle>
            <a:lvl1pPr>
              <a:defRPr sz="2400">
                <a:solidFill>
                  <a:srgbClr val="273370">
                    <a:lumMod val="100000"/>
                  </a:srgbClr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864886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Section header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7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5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2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1284742" y="2668041"/>
            <a:ext cx="9620491" cy="3201026"/>
          </a:xfrm>
          <a:prstGeom prst="rect">
            <a:avLst/>
          </a:prstGeom>
          <a:ln w="9525"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</a14:hiddenLine>
            </a:ext>
          </a:extLst>
        </p:spPr>
        <p:txBody>
          <a:bodyPr lIns="274320" tIns="274320" rIns="274320" bIns="137160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11" name="Rectangle 10"/>
          <p:cNvSpPr/>
          <p:nvPr userDrawn="1"/>
        </p:nvSpPr>
        <p:spPr bwMode="white">
          <a:xfrm>
            <a:off x="1280693" y="1424081"/>
            <a:ext cx="951721" cy="951721"/>
          </a:xfrm>
          <a:prstGeom prst="rect">
            <a:avLst/>
          </a:prstGeom>
          <a:noFill/>
          <a:ln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 dirty="0">
              <a:solidFill>
                <a:srgbClr val="273370">
                  <a:lumMod val="100000"/>
                </a:srgb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35829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Section header line"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11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5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695325" y="3826800"/>
            <a:ext cx="10764836" cy="2041200"/>
          </a:xfrm>
        </p:spPr>
        <p:txBody>
          <a:bodyPr anchor="t">
            <a:noAutofit/>
          </a:bodyPr>
          <a:lstStyle>
            <a:lvl1pPr>
              <a:defRPr sz="540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cxnSp>
        <p:nvCxnSpPr>
          <p:cNvPr id="10" name="Straight Connector 9"/>
          <p:cNvCxnSpPr/>
          <p:nvPr userDrawn="1"/>
        </p:nvCxnSpPr>
        <p:spPr bwMode="white">
          <a:xfrm>
            <a:off x="695325" y="3680016"/>
            <a:ext cx="11493262" cy="0"/>
          </a:xfrm>
          <a:prstGeom prst="line">
            <a:avLst/>
          </a:prstGeom>
          <a:ln w="19050" cmpd="sng">
            <a:solidFill>
              <a:schemeClr val="tx2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0620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White one third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35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4064994" y="0"/>
            <a:ext cx="416951" cy="6858000"/>
          </a:xfrm>
          <a:prstGeom prst="rect">
            <a:avLst/>
          </a:prstGeom>
        </p:spPr>
      </p:pic>
      <p:sp>
        <p:nvSpPr>
          <p:cNvPr id="18" name="Date Placeholder 1"/>
          <p:cNvSpPr>
            <a:spLocks noGrp="1"/>
          </p:cNvSpPr>
          <p:nvPr>
            <p:ph type="dt" sz="half" idx="3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22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24" name="Rectangle 23"/>
          <p:cNvSpPr/>
          <p:nvPr userDrawn="1"/>
        </p:nvSpPr>
        <p:spPr bwMode="white">
          <a:xfrm>
            <a:off x="0" y="0"/>
            <a:ext cx="407950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5" name="Title 4"/>
          <p:cNvSpPr>
            <a:spLocks noGrp="1"/>
          </p:cNvSpPr>
          <p:nvPr>
            <p:ph type="title" hasCustomPrompt="1"/>
          </p:nvPr>
        </p:nvSpPr>
        <p:spPr>
          <a:xfrm>
            <a:off x="695325" y="2681103"/>
            <a:ext cx="3127881" cy="149579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40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795252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highlight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59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7165606" y="0"/>
            <a:ext cx="416951" cy="6858000"/>
          </a:xfrm>
          <a:prstGeom prst="rect">
            <a:avLst/>
          </a:prstGeom>
        </p:spPr>
      </p:pic>
      <p:sp>
        <p:nvSpPr>
          <p:cNvPr id="14" name="Rectangle 13"/>
          <p:cNvSpPr/>
          <p:nvPr userDrawn="1"/>
        </p:nvSpPr>
        <p:spPr bwMode="white">
          <a:xfrm>
            <a:off x="0" y="0"/>
            <a:ext cx="717195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8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2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050" y="512763"/>
            <a:ext cx="5968480" cy="679543"/>
          </a:xfrm>
        </p:spPr>
        <p:txBody>
          <a:bodyPr lIns="0" tIns="0" rIns="0" bIns="0" anchor="t" anchorCtr="0">
            <a:noAutofit/>
          </a:bodyPr>
          <a:lstStyle>
            <a:lvl1pPr>
              <a:defRPr sz="240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397420" y="550751"/>
            <a:ext cx="462459" cy="576905"/>
            <a:chOff x="324330" y="590555"/>
            <a:chExt cx="608641" cy="759263"/>
          </a:xfrm>
        </p:grpSpPr>
        <p:sp>
          <p:nvSpPr>
            <p:cNvPr id="12" name="Parallelogram 11"/>
            <p:cNvSpPr/>
            <p:nvPr/>
          </p:nvSpPr>
          <p:spPr>
            <a:xfrm rot="5400000">
              <a:off x="249018" y="796732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 rot="8954161" flipH="1" flipV="1">
              <a:off x="324330" y="915653"/>
              <a:ext cx="608641" cy="112731"/>
            </a:xfrm>
            <a:prstGeom prst="rect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19" name="TextBox 18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818769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Four column green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83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9029246" y="0"/>
            <a:ext cx="416951" cy="685800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 bwMode="white">
          <a:xfrm>
            <a:off x="0" y="0"/>
            <a:ext cx="903427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22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050" y="512763"/>
            <a:ext cx="7793534" cy="679543"/>
          </a:xfrm>
        </p:spPr>
        <p:txBody>
          <a:bodyPr lIns="0" tIns="0" rIns="0" bIns="0" anchor="t" anchorCtr="0">
            <a:noAutofit/>
          </a:bodyPr>
          <a:lstStyle>
            <a:lvl1pPr>
              <a:defRPr sz="240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397420" y="550751"/>
            <a:ext cx="462459" cy="576905"/>
            <a:chOff x="324330" y="590555"/>
            <a:chExt cx="608641" cy="759263"/>
          </a:xfrm>
        </p:grpSpPr>
        <p:sp>
          <p:nvSpPr>
            <p:cNvPr id="12" name="Parallelogram 11"/>
            <p:cNvSpPr/>
            <p:nvPr/>
          </p:nvSpPr>
          <p:spPr>
            <a:xfrm rot="5400000">
              <a:off x="249018" y="796732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 rot="8954161" flipH="1" flipV="1">
              <a:off x="324330" y="915653"/>
              <a:ext cx="608641" cy="112731"/>
            </a:xfrm>
            <a:prstGeom prst="rect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4" name="TextBox 23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405405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one third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07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24" name="Title 4"/>
          <p:cNvSpPr>
            <a:spLocks noGrp="1"/>
          </p:cNvSpPr>
          <p:nvPr>
            <p:ph type="title" hasCustomPrompt="1"/>
          </p:nvPr>
        </p:nvSpPr>
        <p:spPr>
          <a:xfrm>
            <a:off x="695325" y="2681103"/>
            <a:ext cx="3127881" cy="149579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6" name="Rectangle 25"/>
          <p:cNvSpPr/>
          <p:nvPr userDrawn="1"/>
        </p:nvSpPr>
        <p:spPr bwMode="ltGray">
          <a:xfrm>
            <a:off x="4080763" y="-1309"/>
            <a:ext cx="8111237" cy="6859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5" name="Date Placeholder 1"/>
          <p:cNvSpPr>
            <a:spLocks noGrp="1"/>
          </p:cNvSpPr>
          <p:nvPr>
            <p:ph type="dt" sz="half" idx="29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2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2" name="Right Triangle 11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3" name="Picture 12"/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4" name="TextBox 13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89201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half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31"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5689582" y="0"/>
            <a:ext cx="416951" cy="6858000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6092021" y="0"/>
            <a:ext cx="6099977" cy="6858000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baseline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US" dirty="0"/>
              <a:t>Click icon below to insert an image or remove this placeholder to use the whitespace in another way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695325" y="1785600"/>
            <a:ext cx="4388400" cy="3286800"/>
          </a:xfrm>
          <a:prstGeom prst="rect">
            <a:avLst/>
          </a:prstGeom>
          <a:noFill/>
        </p:spPr>
        <p:txBody>
          <a:bodyPr wrap="square" lIns="0" tIns="0" rIns="320040" bIns="0" anchor="ctr">
            <a:noAutofit/>
          </a:bodyPr>
          <a:lstStyle>
            <a:lvl1pPr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Date Placeholder 2"/>
          <p:cNvSpPr>
            <a:spLocks noGrp="1"/>
          </p:cNvSpPr>
          <p:nvPr>
            <p:ph type="dt" sz="half" idx="15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8" name="Right Triangle 17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9" name="Picture 18"/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21" name="TextBox 20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773111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two third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55"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7409849" y="0"/>
            <a:ext cx="416951" cy="6858000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 bwMode="gray">
          <a:xfrm>
            <a:off x="7819543" y="0"/>
            <a:ext cx="437245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7820025" y="0"/>
            <a:ext cx="4371975" cy="6858000"/>
          </a:xfrm>
          <a:prstGeom prst="rect">
            <a:avLst/>
          </a:prstGeom>
          <a:noFill/>
        </p:spPr>
        <p:txBody>
          <a:bodyPr lIns="182880" tIns="914400" rIns="182880" bIns="914400"/>
          <a:lstStyle>
            <a:lvl1pPr algn="ctr"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US" dirty="0"/>
              <a:t>Click icon below to insert an image or remove this placeholder to use the whitespace in another way</a:t>
            </a:r>
          </a:p>
        </p:txBody>
      </p:sp>
      <p:sp>
        <p:nvSpPr>
          <p:cNvPr id="13" name="Date Placeholder 2"/>
          <p:cNvSpPr>
            <a:spLocks noGrp="1"/>
          </p:cNvSpPr>
          <p:nvPr>
            <p:ph type="dt" sz="half" idx="1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695325" y="1785600"/>
            <a:ext cx="6247552" cy="32868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7" name="Right Triangle 16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8" name="Picture 17"/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20" name="TextBox 19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946440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Left arrow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79" name="think-cell Slide" r:id="rId5" imgW="324" imgH="324" progId="TCLayout.ActiveDocument.1">
                  <p:embed/>
                </p:oleObj>
              </mc:Choice>
              <mc:Fallback>
                <p:oleObj name="think-cell Slide" r:id="rId5" imgW="324" imgH="32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0" name="Freeform 14"/>
          <p:cNvSpPr/>
          <p:nvPr userDrawn="1"/>
        </p:nvSpPr>
        <p:spPr bwMode="ltGray">
          <a:xfrm>
            <a:off x="1524" y="131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20" name="Title 2"/>
          <p:cNvSpPr>
            <a:spLocks noGrp="1"/>
          </p:cNvSpPr>
          <p:nvPr>
            <p:ph type="title" hasCustomPrompt="1"/>
          </p:nvPr>
        </p:nvSpPr>
        <p:spPr>
          <a:xfrm>
            <a:off x="695325" y="2764203"/>
            <a:ext cx="2478638" cy="1314311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40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>
                <a:solidFill>
                  <a:schemeClr val="tx2"/>
                </a:solidFill>
              </a:rPr>
              <a:t>Click to add title</a:t>
            </a:r>
          </a:p>
        </p:txBody>
      </p:sp>
      <p:pic>
        <p:nvPicPr>
          <p:cNvPr id="12" name="Picture 11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442" y="3590399"/>
            <a:ext cx="1365250" cy="3382962"/>
          </a:xfrm>
          <a:custGeom>
            <a:avLst/>
            <a:gdLst>
              <a:gd name="connsiteX0" fmla="*/ 91954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264716 h 3382962"/>
              <a:gd name="connsiteX5" fmla="*/ 129871 w 1365250"/>
              <a:gd name="connsiteY5" fmla="*/ 3267601 h 3382962"/>
              <a:gd name="connsiteX6" fmla="*/ 0 w 1365250"/>
              <a:gd name="connsiteY6" fmla="*/ 0 h 3382962"/>
              <a:gd name="connsiteX7" fmla="*/ 909386 w 1365250"/>
              <a:gd name="connsiteY7" fmla="*/ 0 h 3382962"/>
              <a:gd name="connsiteX8" fmla="*/ 0 w 1365250"/>
              <a:gd name="connsiteY8" fmla="*/ 298560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1954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264716"/>
                </a:lnTo>
                <a:lnTo>
                  <a:pt x="129871" y="3267601"/>
                </a:lnTo>
                <a:close/>
                <a:moveTo>
                  <a:pt x="0" y="0"/>
                </a:moveTo>
                <a:lnTo>
                  <a:pt x="909386" y="0"/>
                </a:lnTo>
                <a:lnTo>
                  <a:pt x="0" y="298560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05568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left arro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03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0" name="Freeform 14"/>
          <p:cNvSpPr/>
          <p:nvPr userDrawn="1"/>
        </p:nvSpPr>
        <p:spPr bwMode="ltGray">
          <a:xfrm>
            <a:off x="1524" y="131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273370"/>
              </a:gs>
              <a:gs pos="100000">
                <a:srgbClr val="010103"/>
              </a:gs>
            </a:gsLst>
            <a:lin ang="81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ym typeface="+mn-lt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95325" y="2764203"/>
            <a:ext cx="2478638" cy="1314311"/>
          </a:xfrm>
        </p:spPr>
        <p:txBody>
          <a:bodyPr anchor="ctr" anchorCtr="0">
            <a:noAutofit/>
          </a:bodyPr>
          <a:lstStyle>
            <a:lvl1pPr>
              <a:defRPr sz="240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6" b="7716"/>
          <a:stretch/>
        </p:blipFill>
        <p:spPr>
          <a:xfrm rot="120000">
            <a:off x="2174642" y="3402828"/>
            <a:ext cx="2694666" cy="3461745"/>
          </a:xfrm>
          <a:custGeom>
            <a:avLst/>
            <a:gdLst>
              <a:gd name="connsiteX0" fmla="*/ 0 w 2694666"/>
              <a:gd name="connsiteY0" fmla="*/ 0 h 3461745"/>
              <a:gd name="connsiteX1" fmla="*/ 2694666 w 2694666"/>
              <a:gd name="connsiteY1" fmla="*/ 0 h 3461745"/>
              <a:gd name="connsiteX2" fmla="*/ 2694666 w 2694666"/>
              <a:gd name="connsiteY2" fmla="*/ 3461745 h 3461745"/>
              <a:gd name="connsiteX3" fmla="*/ 1325678 w 2694666"/>
              <a:gd name="connsiteY3" fmla="*/ 3461745 h 3461745"/>
              <a:gd name="connsiteX4" fmla="*/ 1671729 w 2694666"/>
              <a:gd name="connsiteY4" fmla="*/ 3449661 h 3461745"/>
              <a:gd name="connsiteX5" fmla="*/ 1894583 w 2694666"/>
              <a:gd name="connsiteY5" fmla="*/ 6023 h 3461745"/>
              <a:gd name="connsiteX6" fmla="*/ 1847153 w 2694666"/>
              <a:gd name="connsiteY6" fmla="*/ 12445 h 3461745"/>
              <a:gd name="connsiteX7" fmla="*/ 1149427 w 2694666"/>
              <a:gd name="connsiteY7" fmla="*/ 3461745 h 3461745"/>
              <a:gd name="connsiteX8" fmla="*/ 0 w 2694666"/>
              <a:gd name="connsiteY8" fmla="*/ 3461745 h 3461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94666" h="3461745">
                <a:moveTo>
                  <a:pt x="0" y="0"/>
                </a:moveTo>
                <a:lnTo>
                  <a:pt x="2694666" y="0"/>
                </a:lnTo>
                <a:lnTo>
                  <a:pt x="2694666" y="3461745"/>
                </a:lnTo>
                <a:lnTo>
                  <a:pt x="1325678" y="3461745"/>
                </a:lnTo>
                <a:lnTo>
                  <a:pt x="1671729" y="3449661"/>
                </a:lnTo>
                <a:lnTo>
                  <a:pt x="1894583" y="6023"/>
                </a:lnTo>
                <a:lnTo>
                  <a:pt x="1847153" y="12445"/>
                </a:lnTo>
                <a:lnTo>
                  <a:pt x="1149427" y="3461745"/>
                </a:lnTo>
                <a:lnTo>
                  <a:pt x="0" y="3461745"/>
                </a:lnTo>
                <a:close/>
              </a:path>
            </a:pathLst>
          </a:custGeom>
        </p:spPr>
      </p:pic>
      <p:grpSp>
        <p:nvGrpSpPr>
          <p:cNvPr id="11" name="Group 10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2" name="Right Triangle 11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3" name="Picture 12"/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4" name="TextBox 13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31807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Arrow one third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7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4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0" name="Date Placeholder 7"/>
          <p:cNvSpPr>
            <a:spLocks noGrp="1"/>
          </p:cNvSpPr>
          <p:nvPr>
            <p:ph type="dt" sz="half" idx="1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9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695325" y="1785600"/>
            <a:ext cx="4062235" cy="32868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400" b="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11" name="Picture 10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525" y="3394392"/>
            <a:ext cx="1298575" cy="3571875"/>
          </a:xfrm>
          <a:custGeom>
            <a:avLst/>
            <a:gdLst>
              <a:gd name="connsiteX0" fmla="*/ 0 w 1298575"/>
              <a:gd name="connsiteY0" fmla="*/ 0 h 3571875"/>
              <a:gd name="connsiteX1" fmla="*/ 1298575 w 1298575"/>
              <a:gd name="connsiteY1" fmla="*/ 0 h 3571875"/>
              <a:gd name="connsiteX2" fmla="*/ 1298575 w 1298575"/>
              <a:gd name="connsiteY2" fmla="*/ 3571875 h 3571875"/>
              <a:gd name="connsiteX3" fmla="*/ 0 w 1298575"/>
              <a:gd name="connsiteY3" fmla="*/ 3571875 h 3571875"/>
              <a:gd name="connsiteX4" fmla="*/ 0 w 1298575"/>
              <a:gd name="connsiteY4" fmla="*/ 3465683 h 3571875"/>
              <a:gd name="connsiteX5" fmla="*/ 139700 w 1298575"/>
              <a:gd name="connsiteY5" fmla="*/ 3466783 h 3571875"/>
              <a:gd name="connsiteX6" fmla="*/ 841375 w 1298575"/>
              <a:gd name="connsiteY6" fmla="*/ 21908 h 3571875"/>
              <a:gd name="connsiteX7" fmla="*/ 0 w 1298575"/>
              <a:gd name="connsiteY7" fmla="*/ 2642743 h 357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98575" h="3571875">
                <a:moveTo>
                  <a:pt x="0" y="0"/>
                </a:moveTo>
                <a:lnTo>
                  <a:pt x="1298575" y="0"/>
                </a:lnTo>
                <a:lnTo>
                  <a:pt x="1298575" y="3571875"/>
                </a:lnTo>
                <a:lnTo>
                  <a:pt x="0" y="3571875"/>
                </a:lnTo>
                <a:lnTo>
                  <a:pt x="0" y="3465683"/>
                </a:lnTo>
                <a:lnTo>
                  <a:pt x="139700" y="3466783"/>
                </a:lnTo>
                <a:lnTo>
                  <a:pt x="841375" y="21908"/>
                </a:lnTo>
                <a:lnTo>
                  <a:pt x="0" y="26427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715659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arrow one thir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51"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gradFill>
            <a:gsLst>
              <a:gs pos="0">
                <a:srgbClr val="273370"/>
              </a:gs>
              <a:gs pos="100000">
                <a:srgbClr val="010103"/>
              </a:gs>
            </a:gsLst>
            <a:lin ang="81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ym typeface="+mn-lt"/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695325" y="1785600"/>
            <a:ext cx="4062235" cy="32868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400" b="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62" b="6867"/>
          <a:stretch/>
        </p:blipFill>
        <p:spPr>
          <a:xfrm>
            <a:off x="3578059" y="3416300"/>
            <a:ext cx="2694666" cy="3441700"/>
          </a:xfrm>
          <a:custGeom>
            <a:avLst/>
            <a:gdLst>
              <a:gd name="connsiteX0" fmla="*/ 2040063 w 2694666"/>
              <a:gd name="connsiteY0" fmla="*/ 0 h 3441700"/>
              <a:gd name="connsiteX1" fmla="*/ 2694666 w 2694666"/>
              <a:gd name="connsiteY1" fmla="*/ 0 h 3441700"/>
              <a:gd name="connsiteX2" fmla="*/ 2694666 w 2694666"/>
              <a:gd name="connsiteY2" fmla="*/ 3441700 h 3441700"/>
              <a:gd name="connsiteX3" fmla="*/ 1510783 w 2694666"/>
              <a:gd name="connsiteY3" fmla="*/ 3441700 h 3441700"/>
              <a:gd name="connsiteX4" fmla="*/ 1816742 w 2694666"/>
              <a:gd name="connsiteY4" fmla="*/ 365420 h 3441700"/>
              <a:gd name="connsiteX5" fmla="*/ 2022641 w 2694666"/>
              <a:gd name="connsiteY5" fmla="*/ 379413 h 3441700"/>
              <a:gd name="connsiteX6" fmla="*/ 0 w 2694666"/>
              <a:gd name="connsiteY6" fmla="*/ 0 h 3441700"/>
              <a:gd name="connsiteX7" fmla="*/ 1846270 w 2694666"/>
              <a:gd name="connsiteY7" fmla="*/ 0 h 3441700"/>
              <a:gd name="connsiteX8" fmla="*/ 1848810 w 2694666"/>
              <a:gd name="connsiteY8" fmla="*/ 12700 h 3441700"/>
              <a:gd name="connsiteX9" fmla="*/ 1777372 w 2694666"/>
              <a:gd name="connsiteY9" fmla="*/ 362744 h 3441700"/>
              <a:gd name="connsiteX10" fmla="*/ 1780172 w 2694666"/>
              <a:gd name="connsiteY10" fmla="*/ 362934 h 3441700"/>
              <a:gd name="connsiteX11" fmla="*/ 1144340 w 2694666"/>
              <a:gd name="connsiteY11" fmla="*/ 3441700 h 3441700"/>
              <a:gd name="connsiteX12" fmla="*/ 0 w 2694666"/>
              <a:gd name="connsiteY12" fmla="*/ 3441700 h 344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94666" h="3441700">
                <a:moveTo>
                  <a:pt x="2040063" y="0"/>
                </a:moveTo>
                <a:lnTo>
                  <a:pt x="2694666" y="0"/>
                </a:lnTo>
                <a:lnTo>
                  <a:pt x="2694666" y="3441700"/>
                </a:lnTo>
                <a:lnTo>
                  <a:pt x="1510783" y="3441700"/>
                </a:lnTo>
                <a:lnTo>
                  <a:pt x="1816742" y="365420"/>
                </a:lnTo>
                <a:lnTo>
                  <a:pt x="2022641" y="379413"/>
                </a:lnTo>
                <a:close/>
                <a:moveTo>
                  <a:pt x="0" y="0"/>
                </a:moveTo>
                <a:lnTo>
                  <a:pt x="1846270" y="0"/>
                </a:lnTo>
                <a:lnTo>
                  <a:pt x="1848810" y="12700"/>
                </a:lnTo>
                <a:lnTo>
                  <a:pt x="1777372" y="362744"/>
                </a:lnTo>
                <a:lnTo>
                  <a:pt x="1780172" y="362934"/>
                </a:lnTo>
                <a:lnTo>
                  <a:pt x="1144340" y="3441700"/>
                </a:lnTo>
                <a:lnTo>
                  <a:pt x="0" y="3441700"/>
                </a:lnTo>
                <a:close/>
              </a:path>
            </a:pathLst>
          </a:custGeom>
        </p:spPr>
      </p:pic>
      <p:grpSp>
        <p:nvGrpSpPr>
          <p:cNvPr id="10" name="Group 9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1" name="Right Triangle 10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2" name="Picture 11"/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6" name="TextBox 15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97144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Arrow half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75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9" name="Pentagon 8"/>
          <p:cNvSpPr/>
          <p:nvPr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8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806" y="3589606"/>
            <a:ext cx="1365250" cy="3382962"/>
          </a:xfrm>
          <a:custGeom>
            <a:avLst/>
            <a:gdLst>
              <a:gd name="connsiteX0" fmla="*/ 920598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320782 h 3382962"/>
              <a:gd name="connsiteX5" fmla="*/ 126694 w 1365250"/>
              <a:gd name="connsiteY5" fmla="*/ 3320782 h 3382962"/>
              <a:gd name="connsiteX6" fmla="*/ 0 w 1365250"/>
              <a:gd name="connsiteY6" fmla="*/ 0 h 3382962"/>
              <a:gd name="connsiteX7" fmla="*/ 908172 w 1365250"/>
              <a:gd name="connsiteY7" fmla="*/ 0 h 3382962"/>
              <a:gd name="connsiteX8" fmla="*/ 0 w 1365250"/>
              <a:gd name="connsiteY8" fmla="*/ 289035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20598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320782"/>
                </a:lnTo>
                <a:lnTo>
                  <a:pt x="126694" y="3320782"/>
                </a:lnTo>
                <a:close/>
                <a:moveTo>
                  <a:pt x="0" y="0"/>
                </a:moveTo>
                <a:lnTo>
                  <a:pt x="908172" y="0"/>
                </a:lnTo>
                <a:lnTo>
                  <a:pt x="0" y="289035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050" y="512763"/>
            <a:ext cx="4439772" cy="679543"/>
          </a:xfrm>
        </p:spPr>
        <p:txBody>
          <a:bodyPr lIns="0" tIns="0" rIns="0" bIns="0" anchor="t" anchorCtr="0">
            <a:noAutofit/>
          </a:bodyPr>
          <a:lstStyle>
            <a:lvl1pPr>
              <a:defRPr sz="240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397420" y="550751"/>
            <a:ext cx="462459" cy="576905"/>
            <a:chOff x="324330" y="590555"/>
            <a:chExt cx="608641" cy="759263"/>
          </a:xfrm>
        </p:grpSpPr>
        <p:sp>
          <p:nvSpPr>
            <p:cNvPr id="12" name="Parallelogram 11"/>
            <p:cNvSpPr/>
            <p:nvPr/>
          </p:nvSpPr>
          <p:spPr>
            <a:xfrm rot="5400000">
              <a:off x="249018" y="796732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 rot="8954161" flipH="1" flipV="1">
              <a:off x="324330" y="915653"/>
              <a:ext cx="608641" cy="112731"/>
            </a:xfrm>
            <a:prstGeom prst="rect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3" name="TextBox 22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115711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arrow hal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99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9" name="Pentagon 8"/>
          <p:cNvSpPr/>
          <p:nvPr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gradFill>
            <a:gsLst>
              <a:gs pos="0">
                <a:srgbClr val="273370"/>
              </a:gs>
              <a:gs pos="100000">
                <a:srgbClr val="010103"/>
              </a:gs>
            </a:gsLst>
            <a:lin ang="81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ym typeface="+mn-lt"/>
            </a:endParaRP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4460172" y="3407803"/>
            <a:ext cx="2694666" cy="3456551"/>
          </a:xfrm>
          <a:custGeom>
            <a:avLst/>
            <a:gdLst>
              <a:gd name="connsiteX0" fmla="*/ 2136534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957033 w 2694666"/>
              <a:gd name="connsiteY3" fmla="*/ 3456551 h 3456551"/>
              <a:gd name="connsiteX4" fmla="*/ 1856842 w 2694666"/>
              <a:gd name="connsiteY4" fmla="*/ 432620 h 3456551"/>
              <a:gd name="connsiteX5" fmla="*/ 1914577 w 2694666"/>
              <a:gd name="connsiteY5" fmla="*/ 426057 h 3456551"/>
              <a:gd name="connsiteX6" fmla="*/ 0 w 2694666"/>
              <a:gd name="connsiteY6" fmla="*/ 0 h 3456551"/>
              <a:gd name="connsiteX7" fmla="*/ 1841687 w 2694666"/>
              <a:gd name="connsiteY7" fmla="*/ 0 h 3456551"/>
              <a:gd name="connsiteX8" fmla="*/ 1142595 w 2694666"/>
              <a:gd name="connsiteY8" fmla="*/ 3456551 h 3456551"/>
              <a:gd name="connsiteX9" fmla="*/ 0 w 2694666"/>
              <a:gd name="connsiteY9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4666" h="3456551">
                <a:moveTo>
                  <a:pt x="2136534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957033" y="3456551"/>
                </a:lnTo>
                <a:lnTo>
                  <a:pt x="1856842" y="432620"/>
                </a:lnTo>
                <a:lnTo>
                  <a:pt x="1914577" y="426057"/>
                </a:lnTo>
                <a:close/>
                <a:moveTo>
                  <a:pt x="0" y="0"/>
                </a:moveTo>
                <a:lnTo>
                  <a:pt x="1841687" y="0"/>
                </a:lnTo>
                <a:lnTo>
                  <a:pt x="1142595" y="3456551"/>
                </a:lnTo>
                <a:lnTo>
                  <a:pt x="0" y="3456551"/>
                </a:lnTo>
                <a:close/>
              </a:path>
            </a:pathLst>
          </a:cu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512763"/>
            <a:ext cx="4682497" cy="679543"/>
          </a:xfrm>
        </p:spPr>
        <p:txBody>
          <a:bodyPr lIns="0" tIns="0" rIns="0" bIns="0" anchor="t" anchorCtr="0">
            <a:noAutofit/>
          </a:bodyPr>
          <a:lstStyle>
            <a:lvl1pPr>
              <a:defRPr sz="240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3" name="Right Triangle 12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6" name="Picture 15"/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9" name="TextBox 18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224794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Arrow two third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23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2" name="Freeform 18"/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pic>
        <p:nvPicPr>
          <p:cNvPr id="11" name="Picture 10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339" y="3589606"/>
            <a:ext cx="1365250" cy="3382962"/>
          </a:xfrm>
          <a:custGeom>
            <a:avLst/>
            <a:gdLst>
              <a:gd name="connsiteX0" fmla="*/ 91153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07988 w 1365250"/>
              <a:gd name="connsiteY3" fmla="*/ 3382962 h 3382962"/>
              <a:gd name="connsiteX4" fmla="*/ 111422 w 1365250"/>
              <a:gd name="connsiteY4" fmla="*/ 3368118 h 3382962"/>
              <a:gd name="connsiteX5" fmla="*/ 129661 w 1365250"/>
              <a:gd name="connsiteY5" fmla="*/ 3368407 h 3382962"/>
              <a:gd name="connsiteX6" fmla="*/ 890411 w 1365250"/>
              <a:gd name="connsiteY6" fmla="*/ 0 h 3382962"/>
              <a:gd name="connsiteX7" fmla="*/ 897808 w 1365250"/>
              <a:gd name="connsiteY7" fmla="*/ 0 h 3382962"/>
              <a:gd name="connsiteX8" fmla="*/ 870584 w 1365250"/>
              <a:gd name="connsiteY8" fmla="*/ 85726 h 3382962"/>
              <a:gd name="connsiteX9" fmla="*/ 0 w 1365250"/>
              <a:gd name="connsiteY9" fmla="*/ 0 h 3382962"/>
              <a:gd name="connsiteX10" fmla="*/ 852736 w 1365250"/>
              <a:gd name="connsiteY10" fmla="*/ 0 h 3382962"/>
              <a:gd name="connsiteX11" fmla="*/ 0 w 1365250"/>
              <a:gd name="connsiteY11" fmla="*/ 1883543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65250" h="3382962">
                <a:moveTo>
                  <a:pt x="91153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07988" y="3382962"/>
                </a:lnTo>
                <a:lnTo>
                  <a:pt x="111422" y="3368118"/>
                </a:lnTo>
                <a:lnTo>
                  <a:pt x="129661" y="3368407"/>
                </a:lnTo>
                <a:close/>
                <a:moveTo>
                  <a:pt x="890411" y="0"/>
                </a:moveTo>
                <a:lnTo>
                  <a:pt x="897808" y="0"/>
                </a:lnTo>
                <a:lnTo>
                  <a:pt x="870584" y="85726"/>
                </a:lnTo>
                <a:close/>
                <a:moveTo>
                  <a:pt x="0" y="0"/>
                </a:moveTo>
                <a:lnTo>
                  <a:pt x="852736" y="0"/>
                </a:lnTo>
                <a:lnTo>
                  <a:pt x="0" y="18835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050" y="512763"/>
            <a:ext cx="5946446" cy="679543"/>
          </a:xfrm>
        </p:spPr>
        <p:txBody>
          <a:bodyPr lIns="0" tIns="0" rIns="0" bIns="0" anchor="t" anchorCtr="0">
            <a:noAutofit/>
          </a:bodyPr>
          <a:lstStyle>
            <a:lvl1pPr>
              <a:defRPr sz="2400">
                <a:solidFill>
                  <a:srgbClr val="273370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397420" y="550751"/>
            <a:ext cx="462459" cy="576905"/>
            <a:chOff x="324330" y="590555"/>
            <a:chExt cx="608641" cy="759263"/>
          </a:xfrm>
        </p:grpSpPr>
        <p:sp>
          <p:nvSpPr>
            <p:cNvPr id="16" name="Parallelogram 15"/>
            <p:cNvSpPr/>
            <p:nvPr/>
          </p:nvSpPr>
          <p:spPr>
            <a:xfrm rot="5400000">
              <a:off x="249018" y="796732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 rot="8954161" flipH="1" flipV="1">
              <a:off x="324330" y="915653"/>
              <a:ext cx="608641" cy="112731"/>
            </a:xfrm>
            <a:prstGeom prst="rect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4" name="TextBox 23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477448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arrow two thir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47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2" name="Freeform 18"/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273370"/>
              </a:gs>
              <a:gs pos="100000">
                <a:srgbClr val="010103"/>
              </a:gs>
            </a:gsLst>
            <a:lin ang="81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ym typeface="+mn-lt"/>
            </a:endParaRPr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6567628" y="3407803"/>
            <a:ext cx="2694666" cy="3456551"/>
          </a:xfrm>
          <a:custGeom>
            <a:avLst/>
            <a:gdLst>
              <a:gd name="connsiteX0" fmla="*/ 2068299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434992 w 2694666"/>
              <a:gd name="connsiteY3" fmla="*/ 3456551 h 3456551"/>
              <a:gd name="connsiteX4" fmla="*/ 0 w 2694666"/>
              <a:gd name="connsiteY4" fmla="*/ 0 h 3456551"/>
              <a:gd name="connsiteX5" fmla="*/ 1825478 w 2694666"/>
              <a:gd name="connsiteY5" fmla="*/ 0 h 3456551"/>
              <a:gd name="connsiteX6" fmla="*/ 1138791 w 2694666"/>
              <a:gd name="connsiteY6" fmla="*/ 3456551 h 3456551"/>
              <a:gd name="connsiteX7" fmla="*/ 0 w 2694666"/>
              <a:gd name="connsiteY7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4666" h="3456551">
                <a:moveTo>
                  <a:pt x="2068299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434992" y="3456551"/>
                </a:lnTo>
                <a:close/>
                <a:moveTo>
                  <a:pt x="0" y="0"/>
                </a:moveTo>
                <a:lnTo>
                  <a:pt x="1825478" y="0"/>
                </a:lnTo>
                <a:lnTo>
                  <a:pt x="1138791" y="3456551"/>
                </a:lnTo>
                <a:lnTo>
                  <a:pt x="0" y="3456551"/>
                </a:lnTo>
                <a:close/>
              </a:path>
            </a:pathLst>
          </a:cu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512763"/>
            <a:ext cx="6189171" cy="679543"/>
          </a:xfrm>
        </p:spPr>
        <p:txBody>
          <a:bodyPr lIns="0" tIns="0" rIns="0" bIns="0" anchor="t" anchorCtr="0">
            <a:noAutofit/>
          </a:bodyPr>
          <a:lstStyle>
            <a:lvl1pPr>
              <a:defRPr sz="240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3" name="Right Triangle 12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6" name="TextBox 15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00051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Big statement green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71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5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695325" y="3826333"/>
            <a:ext cx="10764836" cy="1606550"/>
          </a:xfrm>
        </p:spPr>
        <p:txBody>
          <a:bodyPr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big statement text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505598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Big statement ic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95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5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6" name="Rectangle 5"/>
          <p:cNvSpPr/>
          <p:nvPr userDrawn="1"/>
        </p:nvSpPr>
        <p:spPr bwMode="white">
          <a:xfrm>
            <a:off x="695325" y="625475"/>
            <a:ext cx="932688" cy="9326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 dirty="0">
              <a:solidFill>
                <a:srgbClr val="273370">
                  <a:lumMod val="100000"/>
                </a:srgb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695325" y="3826333"/>
            <a:ext cx="10764836" cy="160655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rgbClr val="273370">
                    <a:lumMod val="100000"/>
                  </a:srgbClr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big statement text</a:t>
            </a:r>
          </a:p>
        </p:txBody>
      </p:sp>
    </p:spTree>
    <p:extLst>
      <p:ext uri="{BB962C8B-B14F-4D97-AF65-F5344CB8AC3E}">
        <p14:creationId xmlns:p14="http://schemas.microsoft.com/office/powerpoint/2010/main" val="1129643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19" name="think-cell Slide" r:id="rId4" imgW="384" imgH="384" progId="TCLayout.ActiveDocument.1">
                  <p:embed/>
                </p:oleObj>
              </mc:Choice>
              <mc:Fallback>
                <p:oleObj name="think-cell Slide" r:id="rId4" imgW="384" imgH="38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34" b="1258"/>
          <a:stretch/>
        </p:blipFill>
        <p:spPr>
          <a:xfrm rot="16200000" flipH="1">
            <a:off x="6797461" y="101443"/>
            <a:ext cx="769257" cy="10019821"/>
          </a:xfrm>
          <a:custGeom>
            <a:avLst/>
            <a:gdLst>
              <a:gd name="connsiteX0" fmla="*/ 0 w 769257"/>
              <a:gd name="connsiteY0" fmla="*/ 0 h 10019821"/>
              <a:gd name="connsiteX1" fmla="*/ 0 w 769257"/>
              <a:gd name="connsiteY1" fmla="*/ 4631160 h 10019821"/>
              <a:gd name="connsiteX2" fmla="*/ 216750 w 769257"/>
              <a:gd name="connsiteY2" fmla="*/ 999646 h 10019821"/>
              <a:gd name="connsiteX3" fmla="*/ 197800 w 769257"/>
              <a:gd name="connsiteY3" fmla="*/ 10019821 h 10019821"/>
              <a:gd name="connsiteX4" fmla="*/ 769257 w 769257"/>
              <a:gd name="connsiteY4" fmla="*/ 10019821 h 10019821"/>
              <a:gd name="connsiteX5" fmla="*/ 769257 w 769257"/>
              <a:gd name="connsiteY5" fmla="*/ 0 h 10019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9257" h="10019821">
                <a:moveTo>
                  <a:pt x="0" y="0"/>
                </a:moveTo>
                <a:lnTo>
                  <a:pt x="0" y="4631160"/>
                </a:lnTo>
                <a:lnTo>
                  <a:pt x="216750" y="999646"/>
                </a:lnTo>
                <a:lnTo>
                  <a:pt x="197800" y="10019821"/>
                </a:lnTo>
                <a:lnTo>
                  <a:pt x="769257" y="10019821"/>
                </a:lnTo>
                <a:lnTo>
                  <a:pt x="769257" y="0"/>
                </a:lnTo>
                <a:close/>
              </a:path>
            </a:pathLst>
          </a:custGeom>
        </p:spPr>
      </p:pic>
      <p:sp>
        <p:nvSpPr>
          <p:cNvPr id="59" name="Freeform 58"/>
          <p:cNvSpPr>
            <a:spLocks/>
          </p:cNvSpPr>
          <p:nvPr/>
        </p:nvSpPr>
        <p:spPr bwMode="white">
          <a:xfrm flipH="1">
            <a:off x="0" y="0"/>
            <a:ext cx="12192000" cy="5867335"/>
          </a:xfrm>
          <a:custGeom>
            <a:avLst/>
            <a:gdLst>
              <a:gd name="connsiteX0" fmla="*/ 12192000 w 12192000"/>
              <a:gd name="connsiteY0" fmla="*/ 0 h 5867335"/>
              <a:gd name="connsiteX1" fmla="*/ 0 w 12192000"/>
              <a:gd name="connsiteY1" fmla="*/ 0 h 5867335"/>
              <a:gd name="connsiteX2" fmla="*/ 0 w 12192000"/>
              <a:gd name="connsiteY2" fmla="*/ 4945992 h 5867335"/>
              <a:gd name="connsiteX3" fmla="*/ 9041587 w 12192000"/>
              <a:gd name="connsiteY3" fmla="*/ 4945992 h 5867335"/>
              <a:gd name="connsiteX4" fmla="*/ 9974275 w 12192000"/>
              <a:gd name="connsiteY4" fmla="*/ 5867335 h 5867335"/>
              <a:gd name="connsiteX5" fmla="*/ 9974275 w 12192000"/>
              <a:gd name="connsiteY5" fmla="*/ 4945992 h 5867335"/>
              <a:gd name="connsiteX6" fmla="*/ 12192000 w 12192000"/>
              <a:gd name="connsiteY6" fmla="*/ 4945992 h 586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867335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>
              <a:solidFill>
                <a:srgbClr val="273370">
                  <a:lumMod val="100000"/>
                </a:srgb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90199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Special gray"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43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512763"/>
            <a:ext cx="10764836" cy="679543"/>
          </a:xfrm>
        </p:spPr>
        <p:txBody>
          <a:bodyPr lIns="0" tIns="0" rIns="0" bIns="0" anchor="t" anchorCtr="0">
            <a:noAutofit/>
          </a:bodyPr>
          <a:lstStyle>
            <a:lvl1pPr>
              <a:defRPr sz="240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3062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Table of contents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67"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Freeform 12"/>
          <p:cNvSpPr/>
          <p:nvPr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7" name="Freeform 12"/>
          <p:cNvSpPr/>
          <p:nvPr userDrawn="1"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695325" y="2577934"/>
            <a:ext cx="2819400" cy="17617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06000"/>
              </a:lnSpc>
              <a:spcAft>
                <a:spcPts val="700"/>
              </a:spcAft>
              <a:buFontTx/>
              <a:buNone/>
            </a:pPr>
            <a:r>
              <a:rPr lang="en-US" sz="5400" dirty="0">
                <a:solidFill>
                  <a:srgbClr val="273370">
                    <a:lumMod val="100000"/>
                  </a:srgbClr>
                </a:solidFill>
                <a:latin typeface="+mn-lt"/>
                <a:ea typeface="+mn-ea"/>
                <a:cs typeface="+mn-cs"/>
                <a:sym typeface="+mn-lt"/>
              </a:rPr>
              <a:t>Table of contents</a:t>
            </a:r>
          </a:p>
        </p:txBody>
      </p:sp>
      <p:sp>
        <p:nvSpPr>
          <p:cNvPr id="15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24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638" y="3586748"/>
            <a:ext cx="1365250" cy="3382962"/>
          </a:xfrm>
          <a:custGeom>
            <a:avLst/>
            <a:gdLst>
              <a:gd name="connsiteX0" fmla="*/ 94280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28720 w 1365250"/>
              <a:gd name="connsiteY3" fmla="*/ 3382962 h 3382962"/>
              <a:gd name="connsiteX4" fmla="*/ 0 w 1365250"/>
              <a:gd name="connsiteY4" fmla="*/ 0 h 3382962"/>
              <a:gd name="connsiteX5" fmla="*/ 929501 w 1365250"/>
              <a:gd name="connsiteY5" fmla="*/ 0 h 3382962"/>
              <a:gd name="connsiteX6" fmla="*/ 0 w 1365250"/>
              <a:gd name="connsiteY6" fmla="*/ 2860398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65250" h="3382962">
                <a:moveTo>
                  <a:pt x="94280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28720" y="3382962"/>
                </a:lnTo>
                <a:close/>
                <a:moveTo>
                  <a:pt x="0" y="0"/>
                </a:moveTo>
                <a:lnTo>
                  <a:pt x="929501" y="0"/>
                </a:lnTo>
                <a:lnTo>
                  <a:pt x="0" y="286039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753858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Blank green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91"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264040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15"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09327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39"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99883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D.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63" name="think-cell Slide" r:id="rId4" imgW="384" imgH="384" progId="TCLayout.ActiveDocument.1">
                  <p:embed/>
                </p:oleObj>
              </mc:Choice>
              <mc:Fallback>
                <p:oleObj name="think-cell Slide" r:id="rId4" imgW="384" imgH="38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B1BE9CA4-DAD2-FF48-A729-547A9CF8A2CD}"/>
              </a:ext>
            </a:extLst>
          </p:cNvPr>
          <p:cNvSpPr txBox="1">
            <a:spLocks/>
          </p:cNvSpPr>
          <p:nvPr userDrawn="1"/>
        </p:nvSpPr>
        <p:spPr>
          <a:xfrm>
            <a:off x="695325" y="3013501"/>
            <a:ext cx="5400675" cy="830997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sz="60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Thank you</a:t>
            </a:r>
            <a:endParaRPr lang="ar-SA" sz="60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1" name="Isosceles Triangle 10"/>
          <p:cNvSpPr/>
          <p:nvPr userDrawn="1"/>
        </p:nvSpPr>
        <p:spPr>
          <a:xfrm>
            <a:off x="7395884" y="4078941"/>
            <a:ext cx="4794997" cy="2779059"/>
          </a:xfrm>
          <a:prstGeom prst="triangle">
            <a:avLst>
              <a:gd name="adj" fmla="val 100000"/>
            </a:avLst>
          </a:prstGeom>
          <a:solidFill>
            <a:srgbClr val="FFFFFF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27337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474" y="5563050"/>
            <a:ext cx="2218882" cy="104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865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. Layout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87"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56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grpSp>
        <p:nvGrpSpPr>
          <p:cNvPr id="52" name="Group 51"/>
          <p:cNvGrpSpPr/>
          <p:nvPr userDrawn="1"/>
        </p:nvGrpSpPr>
        <p:grpSpPr>
          <a:xfrm>
            <a:off x="-900" y="0"/>
            <a:ext cx="12193800" cy="6858001"/>
            <a:chOff x="-900" y="0"/>
            <a:chExt cx="12193800" cy="6858001"/>
          </a:xfrm>
        </p:grpSpPr>
        <p:grpSp>
          <p:nvGrpSpPr>
            <p:cNvPr id="53" name="Group 52"/>
            <p:cNvGrpSpPr/>
            <p:nvPr/>
          </p:nvGrpSpPr>
          <p:grpSpPr>
            <a:xfrm>
              <a:off x="-900" y="0"/>
              <a:ext cx="12193800" cy="6858001"/>
              <a:chOff x="-900" y="0"/>
              <a:chExt cx="12193800" cy="6858001"/>
            </a:xfrm>
          </p:grpSpPr>
          <p:sp>
            <p:nvSpPr>
              <p:cNvPr id="57" name="Freeform 56"/>
              <p:cNvSpPr/>
              <p:nvPr/>
            </p:nvSpPr>
            <p:spPr>
              <a:xfrm>
                <a:off x="-300" y="0"/>
                <a:ext cx="12193200" cy="6858000"/>
              </a:xfrm>
              <a:custGeom>
                <a:avLst/>
                <a:gdLst>
                  <a:gd name="connsiteX0" fmla="*/ 629400 w 12193200"/>
                  <a:gd name="connsiteY0" fmla="*/ 487679 h 6858000"/>
                  <a:gd name="connsiteX1" fmla="*/ 629400 w 12193200"/>
                  <a:gd name="connsiteY1" fmla="*/ 774466 h 6858000"/>
                  <a:gd name="connsiteX2" fmla="*/ 630001 w 12193200"/>
                  <a:gd name="connsiteY2" fmla="*/ 774466 h 6858000"/>
                  <a:gd name="connsiteX3" fmla="*/ 630001 w 12193200"/>
                  <a:gd name="connsiteY3" fmla="*/ 5936631 h 6858000"/>
                  <a:gd name="connsiteX4" fmla="*/ 11562000 w 12193200"/>
                  <a:gd name="connsiteY4" fmla="*/ 5936631 h 6858000"/>
                  <a:gd name="connsiteX5" fmla="*/ 11562000 w 12193200"/>
                  <a:gd name="connsiteY5" fmla="*/ 622800 h 6858000"/>
                  <a:gd name="connsiteX6" fmla="*/ 11561629 w 12193200"/>
                  <a:gd name="connsiteY6" fmla="*/ 622800 h 6858000"/>
                  <a:gd name="connsiteX7" fmla="*/ 11561629 w 12193200"/>
                  <a:gd name="connsiteY7" fmla="*/ 487679 h 6858000"/>
                  <a:gd name="connsiteX8" fmla="*/ 0 w 12193200"/>
                  <a:gd name="connsiteY8" fmla="*/ 0 h 6858000"/>
                  <a:gd name="connsiteX9" fmla="*/ 12193200 w 12193200"/>
                  <a:gd name="connsiteY9" fmla="*/ 0 h 6858000"/>
                  <a:gd name="connsiteX10" fmla="*/ 12193200 w 12193200"/>
                  <a:gd name="connsiteY10" fmla="*/ 622800 h 6858000"/>
                  <a:gd name="connsiteX11" fmla="*/ 12192000 w 12193200"/>
                  <a:gd name="connsiteY11" fmla="*/ 622800 h 6858000"/>
                  <a:gd name="connsiteX12" fmla="*/ 12192000 w 12193200"/>
                  <a:gd name="connsiteY12" fmla="*/ 6160597 h 6858000"/>
                  <a:gd name="connsiteX13" fmla="*/ 12193200 w 12193200"/>
                  <a:gd name="connsiteY13" fmla="*/ 6160597 h 6858000"/>
                  <a:gd name="connsiteX14" fmla="*/ 12193200 w 12193200"/>
                  <a:gd name="connsiteY14" fmla="*/ 6858000 h 6858000"/>
                  <a:gd name="connsiteX15" fmla="*/ 12192000 w 12193200"/>
                  <a:gd name="connsiteY15" fmla="*/ 6858000 h 6858000"/>
                  <a:gd name="connsiteX16" fmla="*/ 11562000 w 12193200"/>
                  <a:gd name="connsiteY16" fmla="*/ 6858000 h 6858000"/>
                  <a:gd name="connsiteX17" fmla="*/ 630001 w 12193200"/>
                  <a:gd name="connsiteY17" fmla="*/ 6858000 h 6858000"/>
                  <a:gd name="connsiteX18" fmla="*/ 1 w 12193200"/>
                  <a:gd name="connsiteY18" fmla="*/ 6858000 h 6858000"/>
                  <a:gd name="connsiteX19" fmla="*/ 1 w 12193200"/>
                  <a:gd name="connsiteY19" fmla="*/ 6160597 h 6858000"/>
                  <a:gd name="connsiteX20" fmla="*/ 1 w 12193200"/>
                  <a:gd name="connsiteY20" fmla="*/ 622800 h 6858000"/>
                  <a:gd name="connsiteX21" fmla="*/ 0 w 12193200"/>
                  <a:gd name="connsiteY21" fmla="*/ 6228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193200" h="6858000">
                    <a:moveTo>
                      <a:pt x="629400" y="487679"/>
                    </a:moveTo>
                    <a:lnTo>
                      <a:pt x="629400" y="774466"/>
                    </a:lnTo>
                    <a:lnTo>
                      <a:pt x="630001" y="774466"/>
                    </a:lnTo>
                    <a:lnTo>
                      <a:pt x="630001" y="5936631"/>
                    </a:lnTo>
                    <a:lnTo>
                      <a:pt x="11562000" y="5936631"/>
                    </a:lnTo>
                    <a:lnTo>
                      <a:pt x="11562000" y="622800"/>
                    </a:lnTo>
                    <a:lnTo>
                      <a:pt x="11561629" y="622800"/>
                    </a:lnTo>
                    <a:lnTo>
                      <a:pt x="11561629" y="487679"/>
                    </a:lnTo>
                    <a:close/>
                    <a:moveTo>
                      <a:pt x="0" y="0"/>
                    </a:moveTo>
                    <a:lnTo>
                      <a:pt x="12193200" y="0"/>
                    </a:lnTo>
                    <a:lnTo>
                      <a:pt x="12193200" y="622800"/>
                    </a:lnTo>
                    <a:lnTo>
                      <a:pt x="12192000" y="622800"/>
                    </a:lnTo>
                    <a:lnTo>
                      <a:pt x="12192000" y="6160597"/>
                    </a:lnTo>
                    <a:lnTo>
                      <a:pt x="12193200" y="6160597"/>
                    </a:lnTo>
                    <a:lnTo>
                      <a:pt x="12193200" y="6858000"/>
                    </a:lnTo>
                    <a:lnTo>
                      <a:pt x="12192000" y="6858000"/>
                    </a:lnTo>
                    <a:lnTo>
                      <a:pt x="11562000" y="6858000"/>
                    </a:lnTo>
                    <a:lnTo>
                      <a:pt x="630001" y="6858000"/>
                    </a:lnTo>
                    <a:lnTo>
                      <a:pt x="1" y="6858000"/>
                    </a:lnTo>
                    <a:lnTo>
                      <a:pt x="1" y="6160597"/>
                    </a:lnTo>
                    <a:lnTo>
                      <a:pt x="1" y="622800"/>
                    </a:lnTo>
                    <a:lnTo>
                      <a:pt x="0" y="622800"/>
                    </a:lnTo>
                    <a:close/>
                  </a:path>
                </a:pathLst>
              </a:custGeom>
              <a:solidFill>
                <a:srgbClr val="FFEFEF">
                  <a:alpha val="4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Slide edges"/>
              <p:cNvSpPr>
                <a:spLocks/>
              </p:cNvSpPr>
              <p:nvPr/>
            </p:nvSpPr>
            <p:spPr bwMode="auto">
              <a:xfrm>
                <a:off x="-900" y="1"/>
                <a:ext cx="12193200" cy="6858000"/>
              </a:xfrm>
              <a:custGeom>
                <a:avLst/>
                <a:gdLst>
                  <a:gd name="T0" fmla="*/ 6024 w 6026"/>
                  <a:gd name="T1" fmla="*/ 3394 h 3396"/>
                  <a:gd name="T2" fmla="*/ 6024 w 6026"/>
                  <a:gd name="T3" fmla="*/ 3391 h 3396"/>
                  <a:gd name="T4" fmla="*/ 5 w 6026"/>
                  <a:gd name="T5" fmla="*/ 3391 h 3396"/>
                  <a:gd name="T6" fmla="*/ 5 w 6026"/>
                  <a:gd name="T7" fmla="*/ 5 h 3396"/>
                  <a:gd name="T8" fmla="*/ 6021 w 6026"/>
                  <a:gd name="T9" fmla="*/ 5 h 3396"/>
                  <a:gd name="T10" fmla="*/ 6021 w 6026"/>
                  <a:gd name="T11" fmla="*/ 3394 h 3396"/>
                  <a:gd name="T12" fmla="*/ 6024 w 6026"/>
                  <a:gd name="T13" fmla="*/ 3394 h 3396"/>
                  <a:gd name="T14" fmla="*/ 6024 w 6026"/>
                  <a:gd name="T15" fmla="*/ 3391 h 3396"/>
                  <a:gd name="T16" fmla="*/ 6024 w 6026"/>
                  <a:gd name="T17" fmla="*/ 3394 h 3396"/>
                  <a:gd name="T18" fmla="*/ 6026 w 6026"/>
                  <a:gd name="T19" fmla="*/ 3394 h 3396"/>
                  <a:gd name="T20" fmla="*/ 6026 w 6026"/>
                  <a:gd name="T21" fmla="*/ 0 h 3396"/>
                  <a:gd name="T22" fmla="*/ 0 w 6026"/>
                  <a:gd name="T23" fmla="*/ 0 h 3396"/>
                  <a:gd name="T24" fmla="*/ 0 w 6026"/>
                  <a:gd name="T25" fmla="*/ 3396 h 3396"/>
                  <a:gd name="T26" fmla="*/ 6026 w 6026"/>
                  <a:gd name="T27" fmla="*/ 3396 h 3396"/>
                  <a:gd name="T28" fmla="*/ 6026 w 6026"/>
                  <a:gd name="T29" fmla="*/ 3394 h 3396"/>
                  <a:gd name="T30" fmla="*/ 6024 w 6026"/>
                  <a:gd name="T31" fmla="*/ 3394 h 3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6026" h="3396">
                    <a:moveTo>
                      <a:pt x="6024" y="3394"/>
                    </a:moveTo>
                    <a:lnTo>
                      <a:pt x="6024" y="3391"/>
                    </a:lnTo>
                    <a:lnTo>
                      <a:pt x="5" y="3391"/>
                    </a:lnTo>
                    <a:lnTo>
                      <a:pt x="5" y="5"/>
                    </a:lnTo>
                    <a:lnTo>
                      <a:pt x="6021" y="5"/>
                    </a:lnTo>
                    <a:lnTo>
                      <a:pt x="6021" y="3394"/>
                    </a:lnTo>
                    <a:lnTo>
                      <a:pt x="6024" y="3394"/>
                    </a:lnTo>
                    <a:lnTo>
                      <a:pt x="6024" y="3391"/>
                    </a:lnTo>
                    <a:lnTo>
                      <a:pt x="6024" y="3394"/>
                    </a:lnTo>
                    <a:lnTo>
                      <a:pt x="6026" y="3394"/>
                    </a:lnTo>
                    <a:lnTo>
                      <a:pt x="6026" y="0"/>
                    </a:lnTo>
                    <a:lnTo>
                      <a:pt x="0" y="0"/>
                    </a:lnTo>
                    <a:lnTo>
                      <a:pt x="0" y="3396"/>
                    </a:lnTo>
                    <a:lnTo>
                      <a:pt x="6026" y="3396"/>
                    </a:lnTo>
                    <a:lnTo>
                      <a:pt x="6026" y="3394"/>
                    </a:lnTo>
                    <a:lnTo>
                      <a:pt x="6024" y="3394"/>
                    </a:lnTo>
                    <a:close/>
                  </a:path>
                </a:pathLst>
              </a:custGeom>
              <a:solidFill>
                <a:srgbClr val="696969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75757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59" name="Footnote measure"/>
              <p:cNvSpPr>
                <a:spLocks noChangeArrowheads="1"/>
              </p:cNvSpPr>
              <p:nvPr/>
            </p:nvSpPr>
            <p:spPr bwMode="auto">
              <a:xfrm>
                <a:off x="695325" y="5936630"/>
                <a:ext cx="10764835" cy="623310"/>
              </a:xfrm>
              <a:prstGeom prst="rect">
                <a:avLst/>
              </a:prstGeom>
              <a:solidFill>
                <a:srgbClr val="FDBD4D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grpSp>
            <p:nvGrpSpPr>
              <p:cNvPr id="60" name="Baselines / anchors"/>
              <p:cNvGrpSpPr/>
              <p:nvPr/>
            </p:nvGrpSpPr>
            <p:grpSpPr>
              <a:xfrm>
                <a:off x="-900" y="487679"/>
                <a:ext cx="12193200" cy="5448952"/>
                <a:chOff x="12623800" y="622800"/>
                <a:chExt cx="11176000" cy="5536800"/>
              </a:xfrm>
            </p:grpSpPr>
            <p:cxnSp>
              <p:nvCxnSpPr>
                <p:cNvPr id="81" name="Straight Connector 80"/>
                <p:cNvCxnSpPr/>
                <p:nvPr/>
              </p:nvCxnSpPr>
              <p:spPr>
                <a:xfrm>
                  <a:off x="12623800" y="622800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Connector 81"/>
                <p:cNvCxnSpPr/>
                <p:nvPr/>
              </p:nvCxnSpPr>
              <p:spPr>
                <a:xfrm>
                  <a:off x="12623800" y="914211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Straight Connector 82"/>
                <p:cNvCxnSpPr/>
                <p:nvPr/>
              </p:nvCxnSpPr>
              <p:spPr>
                <a:xfrm>
                  <a:off x="12623800" y="1205622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Connector 83"/>
                <p:cNvCxnSpPr/>
                <p:nvPr/>
              </p:nvCxnSpPr>
              <p:spPr>
                <a:xfrm>
                  <a:off x="12623800" y="1497600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/>
                <p:cNvCxnSpPr/>
                <p:nvPr/>
              </p:nvCxnSpPr>
              <p:spPr>
                <a:xfrm>
                  <a:off x="12623800" y="1788444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/>
                <p:cNvCxnSpPr/>
                <p:nvPr/>
              </p:nvCxnSpPr>
              <p:spPr>
                <a:xfrm>
                  <a:off x="12623800" y="2079855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Straight Connector 86"/>
                <p:cNvCxnSpPr/>
                <p:nvPr/>
              </p:nvCxnSpPr>
              <p:spPr>
                <a:xfrm>
                  <a:off x="12623800" y="2371266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Straight Connector 87"/>
                <p:cNvCxnSpPr/>
                <p:nvPr/>
              </p:nvCxnSpPr>
              <p:spPr>
                <a:xfrm>
                  <a:off x="12623800" y="2662677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Straight Connector 88"/>
                <p:cNvCxnSpPr/>
                <p:nvPr/>
              </p:nvCxnSpPr>
              <p:spPr>
                <a:xfrm>
                  <a:off x="12623800" y="2954088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Connector 89"/>
                <p:cNvCxnSpPr/>
                <p:nvPr/>
              </p:nvCxnSpPr>
              <p:spPr>
                <a:xfrm>
                  <a:off x="12623800" y="3245499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Connector 90"/>
                <p:cNvCxnSpPr/>
                <p:nvPr/>
              </p:nvCxnSpPr>
              <p:spPr>
                <a:xfrm>
                  <a:off x="12623800" y="3536910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/>
                <p:cNvCxnSpPr/>
                <p:nvPr/>
              </p:nvCxnSpPr>
              <p:spPr>
                <a:xfrm>
                  <a:off x="12623800" y="3828321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Connector 92"/>
                <p:cNvCxnSpPr/>
                <p:nvPr/>
              </p:nvCxnSpPr>
              <p:spPr>
                <a:xfrm>
                  <a:off x="12623800" y="4119732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/>
                <p:cNvCxnSpPr/>
                <p:nvPr/>
              </p:nvCxnSpPr>
              <p:spPr>
                <a:xfrm>
                  <a:off x="12623800" y="4411143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Straight Connector 94"/>
                <p:cNvCxnSpPr/>
                <p:nvPr/>
              </p:nvCxnSpPr>
              <p:spPr>
                <a:xfrm>
                  <a:off x="12623800" y="4702554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Connector 95"/>
                <p:cNvCxnSpPr/>
                <p:nvPr/>
              </p:nvCxnSpPr>
              <p:spPr>
                <a:xfrm>
                  <a:off x="12623800" y="4993965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Straight Connector 96"/>
                <p:cNvCxnSpPr/>
                <p:nvPr/>
              </p:nvCxnSpPr>
              <p:spPr>
                <a:xfrm>
                  <a:off x="12623800" y="5285376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traight Connector 97"/>
                <p:cNvCxnSpPr/>
                <p:nvPr/>
              </p:nvCxnSpPr>
              <p:spPr>
                <a:xfrm>
                  <a:off x="12623800" y="5576787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Connector 98"/>
                <p:cNvCxnSpPr/>
                <p:nvPr/>
              </p:nvCxnSpPr>
              <p:spPr>
                <a:xfrm>
                  <a:off x="12623800" y="5868198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Connector 99"/>
                <p:cNvCxnSpPr/>
                <p:nvPr/>
              </p:nvCxnSpPr>
              <p:spPr>
                <a:xfrm>
                  <a:off x="12623800" y="6159600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1" name="Gutter space"/>
              <p:cNvGrpSpPr/>
              <p:nvPr/>
            </p:nvGrpSpPr>
            <p:grpSpPr>
              <a:xfrm>
                <a:off x="1276700" y="488417"/>
                <a:ext cx="9638000" cy="5449195"/>
                <a:chOff x="1277000" y="623550"/>
                <a:chExt cx="9638000" cy="5537047"/>
              </a:xfrm>
            </p:grpSpPr>
            <p:sp>
              <p:nvSpPr>
                <p:cNvPr id="70" name="Rectangle 34"/>
                <p:cNvSpPr>
                  <a:spLocks noChangeArrowheads="1"/>
                </p:cNvSpPr>
                <p:nvPr/>
              </p:nvSpPr>
              <p:spPr bwMode="auto">
                <a:xfrm>
                  <a:off x="6887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1" name="Rectangle 35"/>
                <p:cNvSpPr>
                  <a:spLocks noChangeArrowheads="1"/>
                </p:cNvSpPr>
                <p:nvPr/>
              </p:nvSpPr>
              <p:spPr bwMode="auto">
                <a:xfrm>
                  <a:off x="8757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2" name="Rectangle 36"/>
                <p:cNvSpPr>
                  <a:spLocks noChangeArrowheads="1"/>
                </p:cNvSpPr>
                <p:nvPr/>
              </p:nvSpPr>
              <p:spPr bwMode="auto">
                <a:xfrm>
                  <a:off x="7822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3" name="Rectangle 37"/>
                <p:cNvSpPr>
                  <a:spLocks noChangeArrowheads="1"/>
                </p:cNvSpPr>
                <p:nvPr/>
              </p:nvSpPr>
              <p:spPr bwMode="auto">
                <a:xfrm>
                  <a:off x="9692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4" name="Rectangle 38"/>
                <p:cNvSpPr>
                  <a:spLocks noChangeArrowheads="1"/>
                </p:cNvSpPr>
                <p:nvPr/>
              </p:nvSpPr>
              <p:spPr bwMode="auto">
                <a:xfrm>
                  <a:off x="10627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5" name="Rectangle 39"/>
                <p:cNvSpPr>
                  <a:spLocks noChangeArrowheads="1"/>
                </p:cNvSpPr>
                <p:nvPr/>
              </p:nvSpPr>
              <p:spPr bwMode="auto">
                <a:xfrm>
                  <a:off x="5952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6" name="Rectangle 40"/>
                <p:cNvSpPr>
                  <a:spLocks noChangeArrowheads="1"/>
                </p:cNvSpPr>
                <p:nvPr/>
              </p:nvSpPr>
              <p:spPr bwMode="auto">
                <a:xfrm>
                  <a:off x="1277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7" name="Rectangle 41"/>
                <p:cNvSpPr>
                  <a:spLocks noChangeArrowheads="1"/>
                </p:cNvSpPr>
                <p:nvPr/>
              </p:nvSpPr>
              <p:spPr bwMode="auto">
                <a:xfrm>
                  <a:off x="2212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8" name="Rectangle 42"/>
                <p:cNvSpPr>
                  <a:spLocks noChangeArrowheads="1"/>
                </p:cNvSpPr>
                <p:nvPr/>
              </p:nvSpPr>
              <p:spPr bwMode="auto">
                <a:xfrm>
                  <a:off x="3147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9" name="Rectangle 43"/>
                <p:cNvSpPr>
                  <a:spLocks noChangeArrowheads="1"/>
                </p:cNvSpPr>
                <p:nvPr/>
              </p:nvSpPr>
              <p:spPr bwMode="auto">
                <a:xfrm>
                  <a:off x="4082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80" name="Rectangle 44"/>
                <p:cNvSpPr>
                  <a:spLocks noChangeArrowheads="1"/>
                </p:cNvSpPr>
                <p:nvPr/>
              </p:nvSpPr>
              <p:spPr bwMode="auto">
                <a:xfrm>
                  <a:off x="5017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62" name="Whitespace measure"/>
              <p:cNvSpPr>
                <a:spLocks noChangeArrowheads="1"/>
              </p:cNvSpPr>
              <p:nvPr/>
            </p:nvSpPr>
            <p:spPr bwMode="auto">
              <a:xfrm>
                <a:off x="695325" y="1348599"/>
                <a:ext cx="10764835" cy="573947"/>
              </a:xfrm>
              <a:prstGeom prst="rect">
                <a:avLst/>
              </a:prstGeom>
              <a:solidFill>
                <a:srgbClr val="FDBD4D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grpSp>
            <p:nvGrpSpPr>
              <p:cNvPr id="63" name="Five column measure"/>
              <p:cNvGrpSpPr/>
              <p:nvPr/>
            </p:nvGrpSpPr>
            <p:grpSpPr>
              <a:xfrm>
                <a:off x="695325" y="5755080"/>
                <a:ext cx="10764836" cy="78274"/>
                <a:chOff x="629400" y="5975122"/>
                <a:chExt cx="10933200" cy="79536"/>
              </a:xfrm>
            </p:grpSpPr>
            <p:sp>
              <p:nvSpPr>
                <p:cNvPr id="65" name="Rectangle 5"/>
                <p:cNvSpPr>
                  <a:spLocks noChangeArrowheads="1"/>
                </p:cNvSpPr>
                <p:nvPr/>
              </p:nvSpPr>
              <p:spPr bwMode="auto">
                <a:xfrm>
                  <a:off x="2880128" y="5975122"/>
                  <a:ext cx="1930288" cy="79536"/>
                </a:xfrm>
                <a:prstGeom prst="rect">
                  <a:avLst/>
                </a:prstGeom>
                <a:solidFill>
                  <a:srgbClr val="696969">
                    <a:alpha val="10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6" name="Rectangle 7"/>
                <p:cNvSpPr>
                  <a:spLocks noChangeArrowheads="1"/>
                </p:cNvSpPr>
                <p:nvPr/>
              </p:nvSpPr>
              <p:spPr bwMode="auto">
                <a:xfrm>
                  <a:off x="9626194" y="5975122"/>
                  <a:ext cx="1936406" cy="79536"/>
                </a:xfrm>
                <a:prstGeom prst="rect">
                  <a:avLst/>
                </a:prstGeom>
                <a:solidFill>
                  <a:srgbClr val="696969">
                    <a:alpha val="10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7" name="Rectangle 9"/>
                <p:cNvSpPr>
                  <a:spLocks noChangeArrowheads="1"/>
                </p:cNvSpPr>
                <p:nvPr/>
              </p:nvSpPr>
              <p:spPr bwMode="auto">
                <a:xfrm>
                  <a:off x="7372407" y="5975122"/>
                  <a:ext cx="1936406" cy="79536"/>
                </a:xfrm>
                <a:prstGeom prst="rect">
                  <a:avLst/>
                </a:prstGeom>
                <a:solidFill>
                  <a:srgbClr val="696969">
                    <a:alpha val="10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8" name="Rectangle 11"/>
                <p:cNvSpPr>
                  <a:spLocks noChangeArrowheads="1"/>
                </p:cNvSpPr>
                <p:nvPr/>
              </p:nvSpPr>
              <p:spPr bwMode="auto">
                <a:xfrm>
                  <a:off x="5127797" y="5975122"/>
                  <a:ext cx="1927229" cy="79536"/>
                </a:xfrm>
                <a:prstGeom prst="rect">
                  <a:avLst/>
                </a:prstGeom>
                <a:solidFill>
                  <a:srgbClr val="696969">
                    <a:alpha val="10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9" name="Rectangle 13"/>
                <p:cNvSpPr>
                  <a:spLocks noChangeArrowheads="1"/>
                </p:cNvSpPr>
                <p:nvPr/>
              </p:nvSpPr>
              <p:spPr bwMode="auto">
                <a:xfrm>
                  <a:off x="629400" y="5975122"/>
                  <a:ext cx="1933347" cy="79536"/>
                </a:xfrm>
                <a:prstGeom prst="rect">
                  <a:avLst/>
                </a:prstGeom>
                <a:solidFill>
                  <a:srgbClr val="696969">
                    <a:alpha val="10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64" name="Live area"/>
              <p:cNvSpPr/>
              <p:nvPr/>
            </p:nvSpPr>
            <p:spPr>
              <a:xfrm>
                <a:off x="695325" y="1921238"/>
                <a:ext cx="10764835" cy="4015393"/>
              </a:xfrm>
              <a:custGeom>
                <a:avLst/>
                <a:gdLst>
                  <a:gd name="connsiteX0" fmla="*/ 0 w 10931999"/>
                  <a:gd name="connsiteY0" fmla="*/ 0 h 5537797"/>
                  <a:gd name="connsiteX1" fmla="*/ 10931999 w 10931999"/>
                  <a:gd name="connsiteY1" fmla="*/ 0 h 5537797"/>
                  <a:gd name="connsiteX2" fmla="*/ 10931999 w 10931999"/>
                  <a:gd name="connsiteY2" fmla="*/ 5537797 h 5537797"/>
                  <a:gd name="connsiteX3" fmla="*/ 0 w 10931999"/>
                  <a:gd name="connsiteY3" fmla="*/ 5537797 h 5537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931999" h="5537797">
                    <a:moveTo>
                      <a:pt x="0" y="0"/>
                    </a:moveTo>
                    <a:lnTo>
                      <a:pt x="10931999" y="0"/>
                    </a:lnTo>
                    <a:lnTo>
                      <a:pt x="10931999" y="5537797"/>
                    </a:lnTo>
                    <a:lnTo>
                      <a:pt x="0" y="5537797"/>
                    </a:lnTo>
                    <a:close/>
                  </a:path>
                </a:pathLst>
              </a:custGeom>
              <a:noFill/>
              <a:ln w="9525">
                <a:solidFill>
                  <a:srgbClr val="C00000">
                    <a:alpha val="35000"/>
                  </a:srgb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lnSpc>
                    <a:spcPct val="90000"/>
                  </a:lnSpc>
                  <a:spcAft>
                    <a:spcPts val="1000"/>
                  </a:spcAft>
                </a:pPr>
                <a:endParaRPr lang="en-US" sz="12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54" name="ee4pFootnotes"/>
            <p:cNvSpPr>
              <a:spLocks noChangeArrowheads="1"/>
            </p:cNvSpPr>
            <p:nvPr/>
          </p:nvSpPr>
          <p:spPr bwMode="auto">
            <a:xfrm>
              <a:off x="695325" y="6144442"/>
              <a:ext cx="8448675" cy="415498"/>
            </a:xfrm>
            <a:prstGeom prst="rect">
              <a:avLst/>
            </a:prstGeom>
            <a:noFill/>
            <a:ln w="9525" algn="ctr">
              <a:noFill/>
              <a:miter lim="800000"/>
              <a:headEnd type="none" w="lg" len="lg"/>
              <a:tailEnd type="none" w="lg" len="lg"/>
            </a:ln>
          </p:spPr>
          <p:txBody>
            <a:bodyPr vert="horz" wrap="square" lIns="0" tIns="0" rIns="0" bIns="0" anchor="b" anchorCtr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000" dirty="0">
                  <a:solidFill>
                    <a:srgbClr val="A6A6A6"/>
                  </a:solidFill>
                  <a:latin typeface="Arial" panose="020B0604020202020204" pitchFamily="34" charset="0"/>
                  <a:sym typeface="+mn-lt"/>
                </a:rPr>
                <a:t>1. xxxx  2. xxxx  3. xxxx</a:t>
              </a:r>
            </a:p>
            <a:p>
              <a:pPr>
                <a:lnSpc>
                  <a:spcPct val="90000"/>
                </a:lnSpc>
              </a:pPr>
              <a:r>
                <a:rPr lang="en-US" sz="1000" dirty="0">
                  <a:solidFill>
                    <a:srgbClr val="A6A6A6"/>
                  </a:solidFill>
                  <a:latin typeface="Arial" panose="020B0604020202020204" pitchFamily="34" charset="0"/>
                  <a:sym typeface="+mn-lt"/>
                </a:rPr>
                <a:t>Note: List footnotes in numerical order. Footnote numbers are not bracketed. Use 10pt font. Do not put a period at the end of the note or the source</a:t>
              </a:r>
            </a:p>
            <a:p>
              <a:pPr>
                <a:lnSpc>
                  <a:spcPct val="90000"/>
                </a:lnSpc>
              </a:pPr>
              <a:r>
                <a:rPr lang="en-US" sz="1000" dirty="0">
                  <a:solidFill>
                    <a:srgbClr val="A6A6A6"/>
                  </a:solidFill>
                  <a:latin typeface="Arial" panose="020B0604020202020204" pitchFamily="34" charset="0"/>
                  <a:sym typeface="+mn-lt"/>
                </a:rPr>
                <a:t>Source: Include a source for every chart that you use. Separate sources with a semicolon; BCG-related sources go at the 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53149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Section Header Overview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4049310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11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1" name="Rectangle 10"/>
          <p:cNvSpPr/>
          <p:nvPr userDrawn="1"/>
        </p:nvSpPr>
        <p:spPr bwMode="invGray">
          <a:xfrm>
            <a:off x="1388145" y="4691187"/>
            <a:ext cx="929337" cy="995874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Rectangle 11"/>
          <p:cNvSpPr/>
          <p:nvPr userDrawn="1">
            <p:custDataLst>
              <p:tags r:id="rId3"/>
            </p:custDataLst>
          </p:nvPr>
        </p:nvSpPr>
        <p:spPr>
          <a:xfrm>
            <a:off x="2509482" y="4691187"/>
            <a:ext cx="1570152" cy="1468176"/>
          </a:xfrm>
          <a:prstGeom prst="rect">
            <a:avLst/>
          </a:prstGeom>
          <a:noFill/>
          <a:ln w="9525" cmpd="sng">
            <a:solidFill>
              <a:srgbClr val="FFFFFF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000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5000"/>
              </a:lnSpc>
            </a:pPr>
            <a:endParaRPr lang="en-US" sz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" name="TextBox 1"/>
          <p:cNvSpPr txBox="1"/>
          <p:nvPr userDrawn="1"/>
        </p:nvSpPr>
        <p:spPr>
          <a:xfrm>
            <a:off x="630000" y="907198"/>
            <a:ext cx="3448800" cy="344728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612000" tIns="468000" rIns="0" bIns="0" rtlCol="0" anchor="t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54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0" name="TextBox 1"/>
          <p:cNvSpPr txBox="1"/>
          <p:nvPr userDrawn="1"/>
        </p:nvSpPr>
        <p:spPr>
          <a:xfrm>
            <a:off x="1069073" y="1115416"/>
            <a:ext cx="2569934" cy="881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54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Agenda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69144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Section Header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06127852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35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0" name="Rectangle 9"/>
          <p:cNvSpPr/>
          <p:nvPr userDrawn="1"/>
        </p:nvSpPr>
        <p:spPr bwMode="white">
          <a:xfrm>
            <a:off x="1284743" y="1428131"/>
            <a:ext cx="947672" cy="947672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1285200" y="2667600"/>
            <a:ext cx="9619200" cy="32004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6" name="TextBox 15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274118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Full Width Overview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2914888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59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0" name="Title 1"/>
          <p:cNvSpPr txBox="1">
            <a:spLocks/>
          </p:cNvSpPr>
          <p:nvPr userDrawn="1"/>
        </p:nvSpPr>
        <p:spPr>
          <a:xfrm>
            <a:off x="630000" y="622800"/>
            <a:ext cx="7189998" cy="4708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defRPr sz="3400" b="0" i="0" u="none" kern="1200" spc="0">
                <a:solidFill>
                  <a:schemeClr val="tx2">
                    <a:lumMod val="100000"/>
                  </a:schemeClr>
                </a:solidFill>
                <a:latin typeface="Trebuchet MS" panose="020B0603020202020204" pitchFamily="34" charset="0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 sz="34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Agenda</a:t>
            </a:r>
          </a:p>
        </p:txBody>
      </p:sp>
      <p:cxnSp>
        <p:nvCxnSpPr>
          <p:cNvPr id="13" name="Straight Connector 12"/>
          <p:cNvCxnSpPr/>
          <p:nvPr userDrawn="1"/>
        </p:nvCxnSpPr>
        <p:spPr bwMode="white">
          <a:xfrm>
            <a:off x="618898" y="1206000"/>
            <a:ext cx="11576304" cy="0"/>
          </a:xfrm>
          <a:prstGeom prst="line">
            <a:avLst/>
          </a:prstGeom>
          <a:ln w="9525" cmpd="sng">
            <a:solidFill>
              <a:schemeClr val="bg1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346579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Two-Thirds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23902108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83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 bwMode="white">
          <a:xfrm>
            <a:off x="4080763" y="-1309"/>
            <a:ext cx="8111237" cy="68593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6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695325" y="3207715"/>
            <a:ext cx="1547143" cy="4708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4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Agenda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2" name="Right Triangle 11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8" name="Picture 17"/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9" name="TextBox 18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745306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. Section Header Overvie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7875615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07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8" name="Rectangle 7"/>
          <p:cNvSpPr/>
          <p:nvPr userDrawn="1"/>
        </p:nvSpPr>
        <p:spPr bwMode="invGray">
          <a:xfrm>
            <a:off x="1388145" y="4691187"/>
            <a:ext cx="929337" cy="995874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srgbClr val="273370">
                  <a:lumMod val="100000"/>
                </a:srgb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0" name="Rectangle 9"/>
          <p:cNvSpPr/>
          <p:nvPr userDrawn="1">
            <p:custDataLst>
              <p:tags r:id="rId3"/>
            </p:custDataLst>
          </p:nvPr>
        </p:nvSpPr>
        <p:spPr>
          <a:xfrm>
            <a:off x="2509482" y="4691187"/>
            <a:ext cx="1570152" cy="1468176"/>
          </a:xfrm>
          <a:prstGeom prst="rect">
            <a:avLst/>
          </a:prstGeom>
          <a:noFill/>
          <a:ln w="9525" cmpd="sng">
            <a:solidFill>
              <a:schemeClr val="tx2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000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5000"/>
              </a:lnSpc>
            </a:pPr>
            <a:endParaRPr lang="en-US" sz="1200" dirty="0">
              <a:solidFill>
                <a:srgbClr val="273370">
                  <a:lumMod val="100000"/>
                </a:srgb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630000" y="907197"/>
            <a:ext cx="3448800" cy="34472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lIns="612000" tIns="468000" rIns="0" bIns="0" rtlCol="0" anchor="t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5400" dirty="0">
              <a:solidFill>
                <a:srgbClr val="273370">
                  <a:lumMod val="100000"/>
                </a:srgb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9" name="TextBox 1"/>
          <p:cNvSpPr txBox="1"/>
          <p:nvPr userDrawn="1"/>
        </p:nvSpPr>
        <p:spPr>
          <a:xfrm>
            <a:off x="1069073" y="1115416"/>
            <a:ext cx="2569934" cy="881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5400">
                <a:solidFill>
                  <a:schemeClr val="accent4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dirty="0">
                <a:solidFill>
                  <a:srgbClr val="273370">
                    <a:lumMod val="100000"/>
                  </a:srgbClr>
                </a:solidFill>
                <a:latin typeface="+mn-lt"/>
                <a:ea typeface="+mn-ea"/>
                <a:cs typeface="+mn-cs"/>
                <a:sym typeface="+mn-lt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151721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. 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3689743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31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8" name="Rectangle 7"/>
          <p:cNvSpPr/>
          <p:nvPr userDrawn="1"/>
        </p:nvSpPr>
        <p:spPr bwMode="white">
          <a:xfrm>
            <a:off x="1284743" y="1428131"/>
            <a:ext cx="947672" cy="947672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 dirty="0">
              <a:solidFill>
                <a:srgbClr val="273370">
                  <a:lumMod val="100000"/>
                </a:srgb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1285200" y="2667600"/>
            <a:ext cx="9619200" cy="32004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srgbClr val="273370">
                  <a:lumMod val="100000"/>
                </a:srgb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0195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. Full Width Overvie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8375312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55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7" name="Title 1"/>
          <p:cNvSpPr txBox="1">
            <a:spLocks/>
          </p:cNvSpPr>
          <p:nvPr userDrawn="1"/>
        </p:nvSpPr>
        <p:spPr>
          <a:xfrm>
            <a:off x="630000" y="622800"/>
            <a:ext cx="7189998" cy="47089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defRPr sz="3400" b="0" i="0" u="none" kern="1200" spc="0">
                <a:solidFill>
                  <a:schemeClr val="tx2">
                    <a:lumMod val="100000"/>
                  </a:schemeClr>
                </a:solidFill>
                <a:latin typeface="Trebuchet MS" panose="020B0603020202020204" pitchFamily="34" charset="0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 sz="240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rPr>
              <a:t>Agenda</a:t>
            </a:r>
          </a:p>
        </p:txBody>
      </p:sp>
      <p:cxnSp>
        <p:nvCxnSpPr>
          <p:cNvPr id="9" name="Straight Connector 8"/>
          <p:cNvCxnSpPr/>
          <p:nvPr userDrawn="1"/>
        </p:nvCxnSpPr>
        <p:spPr bwMode="white">
          <a:xfrm>
            <a:off x="618898" y="1206000"/>
            <a:ext cx="11576304" cy="0"/>
          </a:xfrm>
          <a:prstGeom prst="line">
            <a:avLst/>
          </a:prstGeom>
          <a:ln w="9525" cmpd="sng">
            <a:solidFill>
              <a:schemeClr val="tx2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193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D. Two-Thirds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7239364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79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26" name="Rectangle 25"/>
          <p:cNvSpPr/>
          <p:nvPr userDrawn="1"/>
        </p:nvSpPr>
        <p:spPr bwMode="ltGray">
          <a:xfrm>
            <a:off x="4080763" y="-1309"/>
            <a:ext cx="8111237" cy="6859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695325" y="3262145"/>
            <a:ext cx="1412246" cy="44319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Agenda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3" name="Right Triangle 12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5" name="TextBox 14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744365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D. Table of Contents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9032637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03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Freeform 12"/>
          <p:cNvSpPr/>
          <p:nvPr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7" name="Freeform 12"/>
          <p:cNvSpPr/>
          <p:nvPr userDrawn="1"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695325" y="2577934"/>
            <a:ext cx="2819400" cy="17617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06000"/>
              </a:lnSpc>
              <a:spcAft>
                <a:spcPts val="700"/>
              </a:spcAft>
              <a:buFontTx/>
              <a:buNone/>
            </a:pPr>
            <a:r>
              <a:rPr lang="en-US" sz="540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rPr>
              <a:t>Table of contents</a:t>
            </a:r>
          </a:p>
        </p:txBody>
      </p:sp>
      <p:sp>
        <p:nvSpPr>
          <p:cNvPr id="24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638" y="3586748"/>
            <a:ext cx="1365250" cy="3382962"/>
          </a:xfrm>
          <a:custGeom>
            <a:avLst/>
            <a:gdLst>
              <a:gd name="connsiteX0" fmla="*/ 94280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28720 w 1365250"/>
              <a:gd name="connsiteY3" fmla="*/ 3382962 h 3382962"/>
              <a:gd name="connsiteX4" fmla="*/ 0 w 1365250"/>
              <a:gd name="connsiteY4" fmla="*/ 0 h 3382962"/>
              <a:gd name="connsiteX5" fmla="*/ 929501 w 1365250"/>
              <a:gd name="connsiteY5" fmla="*/ 0 h 3382962"/>
              <a:gd name="connsiteX6" fmla="*/ 0 w 1365250"/>
              <a:gd name="connsiteY6" fmla="*/ 2860398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65250" h="3382962">
                <a:moveTo>
                  <a:pt x="94280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28720" y="3382962"/>
                </a:lnTo>
                <a:close/>
                <a:moveTo>
                  <a:pt x="0" y="0"/>
                </a:moveTo>
                <a:lnTo>
                  <a:pt x="929501" y="0"/>
                </a:lnTo>
                <a:lnTo>
                  <a:pt x="0" y="286039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847853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vmlDrawing" Target="../drawings/vmlDrawing1.vml"/><Relationship Id="rId79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theme" Target="../theme/theme1.xml"/><Relationship Id="rId78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75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5" name="think-cell Slide" r:id="rId77" imgW="270" imgH="270" progId="TCLayout.ActiveDocument.1">
                  <p:embed/>
                </p:oleObj>
              </mc:Choice>
              <mc:Fallback>
                <p:oleObj name="think-cell Slide" r:id="rId77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7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5" name="Right Triangle 14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6" name="Picture 15"/>
            <p:cNvPicPr>
              <a:picLocks noChangeAspect="1"/>
            </p:cNvPicPr>
            <p:nvPr/>
          </p:nvPicPr>
          <p:blipFill rotWithShape="1">
            <a:blip r:embed="rId7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61969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695325" y="622800"/>
            <a:ext cx="10764837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695325" y="1620000"/>
            <a:ext cx="10764837" cy="46172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Level six</a:t>
            </a:r>
          </a:p>
          <a:p>
            <a:pPr lvl="6"/>
            <a:r>
              <a:rPr lang="en-US" dirty="0"/>
              <a:t>Level seven</a:t>
            </a:r>
          </a:p>
          <a:p>
            <a:pPr lvl="7"/>
            <a:r>
              <a:rPr lang="en-US" dirty="0"/>
              <a:t>Level eight</a:t>
            </a:r>
          </a:p>
          <a:p>
            <a:pPr lvl="8"/>
            <a:r>
              <a:rPr lang="en-US" dirty="0"/>
              <a:t>Level nine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86214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579" r:id="rId1"/>
    <p:sldLayoutId id="2147485580" r:id="rId2"/>
    <p:sldLayoutId id="2147485581" r:id="rId3"/>
    <p:sldLayoutId id="2147485582" r:id="rId4"/>
    <p:sldLayoutId id="2147485583" r:id="rId5"/>
    <p:sldLayoutId id="2147485584" r:id="rId6"/>
    <p:sldLayoutId id="2147485585" r:id="rId7"/>
    <p:sldLayoutId id="2147485586" r:id="rId8"/>
    <p:sldLayoutId id="2147485587" r:id="rId9"/>
    <p:sldLayoutId id="2147485588" r:id="rId10"/>
    <p:sldLayoutId id="2147485589" r:id="rId11"/>
    <p:sldLayoutId id="2147485590" r:id="rId12"/>
    <p:sldLayoutId id="2147485591" r:id="rId13"/>
    <p:sldLayoutId id="2147485592" r:id="rId14"/>
    <p:sldLayoutId id="2147485593" r:id="rId15"/>
    <p:sldLayoutId id="2147485594" r:id="rId16"/>
    <p:sldLayoutId id="2147485595" r:id="rId17"/>
    <p:sldLayoutId id="2147485596" r:id="rId18"/>
    <p:sldLayoutId id="2147485597" r:id="rId19"/>
    <p:sldLayoutId id="2147485598" r:id="rId20"/>
    <p:sldLayoutId id="2147485599" r:id="rId21"/>
    <p:sldLayoutId id="2147485600" r:id="rId22"/>
    <p:sldLayoutId id="2147485601" r:id="rId23"/>
    <p:sldLayoutId id="2147485602" r:id="rId24"/>
    <p:sldLayoutId id="2147485603" r:id="rId25"/>
    <p:sldLayoutId id="2147485604" r:id="rId26"/>
    <p:sldLayoutId id="2147485605" r:id="rId27"/>
    <p:sldLayoutId id="2147485606" r:id="rId28"/>
    <p:sldLayoutId id="2147485607" r:id="rId29"/>
    <p:sldLayoutId id="2147485608" r:id="rId30"/>
    <p:sldLayoutId id="2147485609" r:id="rId31"/>
    <p:sldLayoutId id="2147485610" r:id="rId32"/>
    <p:sldLayoutId id="2147485611" r:id="rId33"/>
    <p:sldLayoutId id="2147485612" r:id="rId34"/>
    <p:sldLayoutId id="2147485613" r:id="rId35"/>
    <p:sldLayoutId id="2147485614" r:id="rId36"/>
    <p:sldLayoutId id="2147485615" r:id="rId37"/>
    <p:sldLayoutId id="2147485616" r:id="rId38"/>
    <p:sldLayoutId id="2147485617" r:id="rId39"/>
    <p:sldLayoutId id="2147485618" r:id="rId40"/>
    <p:sldLayoutId id="2147485619" r:id="rId41"/>
    <p:sldLayoutId id="2147485620" r:id="rId42"/>
    <p:sldLayoutId id="2147485621" r:id="rId43"/>
    <p:sldLayoutId id="2147485622" r:id="rId44"/>
    <p:sldLayoutId id="2147485623" r:id="rId45"/>
    <p:sldLayoutId id="2147485624" r:id="rId46"/>
    <p:sldLayoutId id="2147485625" r:id="rId47"/>
    <p:sldLayoutId id="2147485626" r:id="rId48"/>
    <p:sldLayoutId id="2147485627" r:id="rId49"/>
    <p:sldLayoutId id="2147485628" r:id="rId50"/>
    <p:sldLayoutId id="2147485629" r:id="rId51"/>
    <p:sldLayoutId id="2147485630" r:id="rId52"/>
    <p:sldLayoutId id="2147485631" r:id="rId53"/>
    <p:sldLayoutId id="2147485632" r:id="rId54"/>
    <p:sldLayoutId id="2147485633" r:id="rId55"/>
    <p:sldLayoutId id="2147485634" r:id="rId56"/>
    <p:sldLayoutId id="2147485635" r:id="rId57"/>
    <p:sldLayoutId id="2147485636" r:id="rId58"/>
    <p:sldLayoutId id="2147485637" r:id="rId59"/>
    <p:sldLayoutId id="2147485638" r:id="rId60"/>
    <p:sldLayoutId id="2147485639" r:id="rId61"/>
    <p:sldLayoutId id="2147485640" r:id="rId62"/>
    <p:sldLayoutId id="2147485641" r:id="rId63"/>
    <p:sldLayoutId id="2147485642" r:id="rId64"/>
    <p:sldLayoutId id="2147485643" r:id="rId65"/>
    <p:sldLayoutId id="2147485644" r:id="rId66"/>
    <p:sldLayoutId id="2147485645" r:id="rId67"/>
    <p:sldLayoutId id="2147485646" r:id="rId68"/>
    <p:sldLayoutId id="2147485647" r:id="rId69"/>
    <p:sldLayoutId id="2147485648" r:id="rId70"/>
    <p:sldLayoutId id="2147485649" r:id="rId71"/>
    <p:sldLayoutId id="2147485650" r:id="rId72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2"/>
          </a:solidFill>
          <a:latin typeface="+mj-lt"/>
          <a:ea typeface="+mj-ea"/>
          <a:cs typeface="+mj-cs"/>
          <a:sym typeface="+mj-lt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300"/>
        </a:spcAft>
        <a:buFont typeface="Arial" panose="020B0604020202020204" pitchFamily="34" charset="0"/>
        <a:buChar char="​"/>
        <a:defRPr lang="en-US" sz="1200" kern="1200">
          <a:solidFill>
            <a:schemeClr val="tx1"/>
          </a:solidFill>
          <a:latin typeface="+mn-lt"/>
          <a:ea typeface="+mn-ea"/>
          <a:cs typeface="+mn-cs"/>
          <a:sym typeface="+mn-lt"/>
        </a:defRPr>
      </a:lvl1pPr>
      <a:lvl2pPr marL="284400" indent="-172800" algn="l" defTabSz="914400" rtl="0" eaLnBrk="1" latinLnBrk="0" hangingPunct="1">
        <a:lnSpc>
          <a:spcPct val="90000"/>
        </a:lnSpc>
        <a:spcBef>
          <a:spcPts val="0"/>
        </a:spcBef>
        <a:spcAft>
          <a:spcPts val="300"/>
        </a:spcAft>
        <a:buClr>
          <a:schemeClr val="tx2"/>
        </a:buClr>
        <a:buFont typeface="Arial" panose="020B0604020202020204" pitchFamily="34" charset="0"/>
        <a:buChar char="•"/>
        <a:defRPr lang="en-US" sz="1200" kern="1200">
          <a:solidFill>
            <a:schemeClr val="tx1"/>
          </a:solidFill>
          <a:latin typeface="+mn-lt"/>
          <a:ea typeface="+mn-ea"/>
          <a:cs typeface="+mn-cs"/>
          <a:sym typeface="+mn-lt"/>
        </a:defRPr>
      </a:lvl2pPr>
      <a:lvl3pPr marL="511200" indent="-165600" algn="l" defTabSz="914400" rtl="0" eaLnBrk="1" latinLnBrk="0" hangingPunct="1">
        <a:lnSpc>
          <a:spcPct val="90000"/>
        </a:lnSpc>
        <a:spcBef>
          <a:spcPts val="0"/>
        </a:spcBef>
        <a:spcAft>
          <a:spcPts val="300"/>
        </a:spcAft>
        <a:buClr>
          <a:schemeClr val="tx2"/>
        </a:buClr>
        <a:buFont typeface="Trebuchet MS" panose="020B0603020202020204" pitchFamily="34" charset="0"/>
        <a:buChar char="–"/>
        <a:defRPr lang="en-US" sz="1200" kern="1200">
          <a:solidFill>
            <a:schemeClr val="tx1"/>
          </a:solidFill>
          <a:latin typeface="+mn-lt"/>
          <a:ea typeface="+mn-ea"/>
          <a:cs typeface="+mn-cs"/>
          <a:sym typeface="+mn-lt"/>
        </a:defRPr>
      </a:lvl3pPr>
      <a:lvl4pPr marL="0" indent="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chemeClr val="tx2"/>
        </a:buClr>
        <a:buFont typeface="Arial" panose="020B0604020202020204" pitchFamily="34" charset="0"/>
        <a:buChar char="​"/>
        <a:defRPr lang="en-US" sz="1600" kern="1200">
          <a:solidFill>
            <a:schemeClr val="tx2"/>
          </a:solidFill>
          <a:latin typeface="+mn-lt"/>
          <a:ea typeface="+mn-ea"/>
          <a:cs typeface="+mn-cs"/>
          <a:sym typeface="+mn-lt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Tx/>
        <a:buFont typeface="Arial" panose="020B0604020202020204" pitchFamily="34" charset="0"/>
        <a:buChar char="​"/>
        <a:defRPr lang="en-US" sz="1600" b="1" kern="120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5pPr>
      <a:lvl6pPr marL="269875" indent="-1524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lang="en-US" sz="1600" kern="120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6pPr>
      <a:lvl7pPr marL="0" indent="0" algn="l" defTabSz="914400" rtl="0" eaLnBrk="1" latinLnBrk="0" hangingPunct="1">
        <a:lnSpc>
          <a:spcPct val="90000"/>
        </a:lnSpc>
        <a:spcBef>
          <a:spcPts val="900"/>
        </a:spcBef>
        <a:spcAft>
          <a:spcPts val="900"/>
        </a:spcAft>
        <a:buFont typeface="Arial" panose="020B0604020202020204" pitchFamily="34" charset="0"/>
        <a:buChar char="​"/>
        <a:defRPr lang="en-US" sz="4400" kern="1200" baseline="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7pPr>
      <a:lvl8pPr marL="0" indent="0" algn="l" defTabSz="914400" rtl="0" eaLnBrk="1" latinLnBrk="0" hangingPunct="1">
        <a:lnSpc>
          <a:spcPct val="90000"/>
        </a:lnSpc>
        <a:spcBef>
          <a:spcPts val="900"/>
        </a:spcBef>
        <a:spcAft>
          <a:spcPts val="0"/>
        </a:spcAft>
        <a:buFont typeface="Arial" panose="020B0604020202020204" pitchFamily="34" charset="0"/>
        <a:buChar char="​"/>
        <a:defRPr lang="en-US" sz="5400" kern="1200" baseline="0" smtClean="0">
          <a:solidFill>
            <a:schemeClr val="tx2"/>
          </a:solidFill>
          <a:latin typeface="+mn-lt"/>
          <a:ea typeface="+mn-ea"/>
          <a:cs typeface="+mn-cs"/>
          <a:sym typeface="+mn-lt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Font typeface="Arial" panose="020B0604020202020204" pitchFamily="34" charset="0"/>
        <a:buChar char="​"/>
        <a:defRPr lang="en-US" sz="2400" kern="1200" baseline="0" dirty="0">
          <a:solidFill>
            <a:schemeClr val="tx2"/>
          </a:solidFill>
          <a:latin typeface="+mn-lt"/>
          <a:ea typeface="+mn-ea"/>
          <a:cs typeface="+mn-cs"/>
          <a:sym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11">
          <p15:clr>
            <a:srgbClr val="F26B43"/>
          </p15:clr>
        </p15:guide>
        <p15:guide id="2" pos="396">
          <p15:clr>
            <a:srgbClr val="F26B43"/>
          </p15:clr>
        </p15:guide>
        <p15:guide id="3" pos="7284">
          <p15:clr>
            <a:srgbClr val="F26B43"/>
          </p15:clr>
        </p15:guide>
        <p15:guide id="4" orient="horz" pos="388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23.xml"/><Relationship Id="rId1" Type="http://schemas.openxmlformats.org/officeDocument/2006/relationships/vmlDrawing" Target="../drawings/vmlDrawing74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53.bin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125.xml"/><Relationship Id="rId1" Type="http://schemas.openxmlformats.org/officeDocument/2006/relationships/vmlDrawing" Target="../drawings/vmlDrawing75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53.bin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6.xml"/><Relationship Id="rId2" Type="http://schemas.openxmlformats.org/officeDocument/2006/relationships/tags" Target="../tags/tag127.xml"/><Relationship Id="rId1" Type="http://schemas.openxmlformats.org/officeDocument/2006/relationships/vmlDrawing" Target="../drawings/vmlDrawing76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53.bin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129.xml"/><Relationship Id="rId1" Type="http://schemas.openxmlformats.org/officeDocument/2006/relationships/vmlDrawing" Target="../drawings/vmlDrawing77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53.bin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131.xml"/><Relationship Id="rId1" Type="http://schemas.openxmlformats.org/officeDocument/2006/relationships/vmlDrawing" Target="../drawings/vmlDrawing78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53.bin"/><Relationship Id="rId4" Type="http://schemas.openxmlformats.org/officeDocument/2006/relationships/notesSlide" Target="../notesSlides/notesSlide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133.xml"/><Relationship Id="rId1" Type="http://schemas.openxmlformats.org/officeDocument/2006/relationships/vmlDrawing" Target="../drawings/vmlDrawing79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53.bin"/><Relationship Id="rId4" Type="http://schemas.openxmlformats.org/officeDocument/2006/relationships/notesSlide" Target="../notesSlides/notesSlide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135.xml"/><Relationship Id="rId1" Type="http://schemas.openxmlformats.org/officeDocument/2006/relationships/vmlDrawing" Target="../drawings/vmlDrawing80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53.bin"/><Relationship Id="rId4" Type="http://schemas.openxmlformats.org/officeDocument/2006/relationships/notesSlide" Target="../notesSlides/notesSlide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137.xml"/><Relationship Id="rId1" Type="http://schemas.openxmlformats.org/officeDocument/2006/relationships/vmlDrawing" Target="../drawings/vmlDrawing81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54.bin"/><Relationship Id="rId4" Type="http://schemas.openxmlformats.org/officeDocument/2006/relationships/notesSlide" Target="../notesSlides/notesSlide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2.xml"/><Relationship Id="rId2" Type="http://schemas.openxmlformats.org/officeDocument/2006/relationships/tags" Target="../tags/tag139.xml"/><Relationship Id="rId1" Type="http://schemas.openxmlformats.org/officeDocument/2006/relationships/vmlDrawing" Target="../drawings/vmlDrawing82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53.bin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50520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27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Advanced Agentic AI Systems Engineering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ar-SA" dirty="0"/>
              <a:t>هندسة أنظمة الذكاء الاصطناعي </a:t>
            </a:r>
            <a:r>
              <a:rPr lang="ar-SA" dirty="0" err="1"/>
              <a:t>الوكيلي</a:t>
            </a:r>
            <a:r>
              <a:rPr lang="ar-SA" dirty="0"/>
              <a:t> المتقدمة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June 2026</a:t>
            </a:r>
          </a:p>
        </p:txBody>
      </p:sp>
    </p:spTree>
    <p:extLst>
      <p:ext uri="{BB962C8B-B14F-4D97-AF65-F5344CB8AC3E}">
        <p14:creationId xmlns:p14="http://schemas.microsoft.com/office/powerpoint/2010/main" val="419417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277" name="think-cell Slide" r:id="rId5" imgW="383" imgH="384" progId="TCLayout.ActiveDocument.1">
                  <p:embed/>
                </p:oleObj>
              </mc:Choice>
              <mc:Fallback>
                <p:oleObj name="think-cell Slide" r:id="rId5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Multi-Agent Systems and Enterprise Architectures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6D894B-4A2F-40EE-AFD4-8C5AD5D5B81D}"/>
              </a:ext>
            </a:extLst>
          </p:cNvPr>
          <p:cNvSpPr txBox="1"/>
          <p:nvPr/>
        </p:nvSpPr>
        <p:spPr>
          <a:xfrm>
            <a:off x="8189259" y="309283"/>
            <a:ext cx="3738282" cy="995082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</a:rPr>
              <a:t>Day Three</a:t>
            </a:r>
          </a:p>
        </p:txBody>
      </p:sp>
    </p:spTree>
    <p:extLst>
      <p:ext uri="{BB962C8B-B14F-4D97-AF65-F5344CB8AC3E}">
        <p14:creationId xmlns:p14="http://schemas.microsoft.com/office/powerpoint/2010/main" val="4029815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475" name="think-cell Slide" r:id="rId5" imgW="383" imgH="384" progId="TCLayout.ActiveDocument.1">
                  <p:embed/>
                </p:oleObj>
              </mc:Choice>
              <mc:Fallback>
                <p:oleObj name="think-cell Slide" r:id="rId5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1154E6CA-877F-4710-9C6A-E6FDA8DCD1CE}"/>
              </a:ext>
            </a:extLst>
          </p:cNvPr>
          <p:cNvSpPr/>
          <p:nvPr/>
        </p:nvSpPr>
        <p:spPr>
          <a:xfrm>
            <a:off x="406400" y="1513011"/>
            <a:ext cx="11161485" cy="35219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bg1"/>
                </a:solidFill>
                <a:latin typeface="Arial" panose="020B0604020202020204" pitchFamily="34" charset="0"/>
              </a:rPr>
              <a:t>Multi-agent collaboration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bg1"/>
                </a:solidFill>
                <a:latin typeface="Arial" panose="020B0604020202020204" pitchFamily="34" charset="0"/>
              </a:rPr>
              <a:t>Distributed AI coordination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bg1"/>
                </a:solidFill>
                <a:latin typeface="Arial" panose="020B0604020202020204" pitchFamily="34" charset="0"/>
              </a:rPr>
              <a:t>Role-specialized agents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bg1"/>
                </a:solidFill>
                <a:latin typeface="Arial" panose="020B0604020202020204" pitchFamily="34" charset="0"/>
              </a:rPr>
              <a:t>Enterprise orchestration architectures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bg1"/>
                </a:solidFill>
                <a:latin typeface="Arial" panose="020B0604020202020204" pitchFamily="34" charset="0"/>
              </a:rPr>
              <a:t>Lab: AI Agents for Report Generation</a:t>
            </a:r>
          </a:p>
        </p:txBody>
      </p:sp>
    </p:spTree>
    <p:extLst>
      <p:ext uri="{BB962C8B-B14F-4D97-AF65-F5344CB8AC3E}">
        <p14:creationId xmlns:p14="http://schemas.microsoft.com/office/powerpoint/2010/main" val="2231308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492" name="think-cell Slide" r:id="rId5" imgW="383" imgH="384" progId="TCLayout.ActiveDocument.1">
                  <p:embed/>
                </p:oleObj>
              </mc:Choice>
              <mc:Fallback>
                <p:oleObj name="think-cell Slide" r:id="rId5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4400" dirty="0">
                <a:latin typeface="Arial" panose="020B0604020202020204" pitchFamily="34" charset="0"/>
              </a:rPr>
              <a:t>Multi-agent collaboration </a:t>
            </a:r>
          </a:p>
        </p:txBody>
      </p:sp>
    </p:spTree>
    <p:extLst>
      <p:ext uri="{BB962C8B-B14F-4D97-AF65-F5344CB8AC3E}">
        <p14:creationId xmlns:p14="http://schemas.microsoft.com/office/powerpoint/2010/main" val="1746641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2B1B0-47C1-422B-BB72-96464E0D1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What is Multi-agent collaboration</a:t>
            </a:r>
            <a:b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215152" y="1889402"/>
            <a:ext cx="11819966" cy="47328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101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Multi-agent collaboration</a:t>
            </a:r>
            <a:r>
              <a:rPr lang="en-US" sz="2400" dirty="0">
                <a:solidFill>
                  <a:srgbClr val="0101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a concept in Artificial Intelligence (AI) where multiple intelligent agents work together to solve a problem, complete a task, or achieve a shared goal.</a:t>
            </a:r>
          </a:p>
          <a:p>
            <a:pPr>
              <a:lnSpc>
                <a:spcPct val="150000"/>
              </a:lnSpc>
            </a:pPr>
            <a:endParaRPr lang="en-US" sz="1200" dirty="0">
              <a:solidFill>
                <a:srgbClr val="01010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101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</a:t>
            </a:r>
            <a:r>
              <a:rPr lang="en-US" sz="2400" b="1" dirty="0">
                <a:solidFill>
                  <a:srgbClr val="0101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agent</a:t>
            </a:r>
            <a:r>
              <a:rPr lang="en-US" sz="2400" dirty="0">
                <a:solidFill>
                  <a:srgbClr val="0101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an autonomous software entity that can: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101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Observe its environment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101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Make decisions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101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 actions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101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Communicate with other agents </a:t>
            </a:r>
          </a:p>
        </p:txBody>
      </p:sp>
    </p:spTree>
    <p:extLst>
      <p:ext uri="{BB962C8B-B14F-4D97-AF65-F5344CB8AC3E}">
        <p14:creationId xmlns:p14="http://schemas.microsoft.com/office/powerpoint/2010/main" val="3025858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2B1B0-47C1-422B-BB72-96464E0D1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Multi-agent collaboration</a:t>
            </a:r>
            <a:b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215152" y="1889402"/>
            <a:ext cx="11497236" cy="24826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101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Instead of using one large AI system to handle everything, multi-agent systems divide the work among several specialized agents.</a:t>
            </a:r>
          </a:p>
        </p:txBody>
      </p:sp>
    </p:spTree>
    <p:extLst>
      <p:ext uri="{BB962C8B-B14F-4D97-AF65-F5344CB8AC3E}">
        <p14:creationId xmlns:p14="http://schemas.microsoft.com/office/powerpoint/2010/main" val="3517064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2B1B0-47C1-422B-BB72-96464E0D1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Multi-agent collaboration</a:t>
            </a:r>
            <a:b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215152" y="1889402"/>
            <a:ext cx="11497236" cy="4455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101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Imagine a software company building a mobile application: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0101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person designs the UI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0101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Another writes backend code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0101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Another tests the application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0101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Another manages the project </a:t>
            </a:r>
          </a:p>
          <a:p>
            <a:pPr lvl="0">
              <a:lnSpc>
                <a:spcPct val="150000"/>
              </a:lnSpc>
            </a:pPr>
            <a:endParaRPr lang="en-US" sz="2400" dirty="0">
              <a:solidFill>
                <a:srgbClr val="01010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101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person has a specialized role, but they collaborate to finish the project.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101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Multi-agent AI systems work in the same way.</a:t>
            </a:r>
          </a:p>
        </p:txBody>
      </p:sp>
    </p:spTree>
    <p:extLst>
      <p:ext uri="{BB962C8B-B14F-4D97-AF65-F5344CB8AC3E}">
        <p14:creationId xmlns:p14="http://schemas.microsoft.com/office/powerpoint/2010/main" val="1496106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2B1B0-47C1-422B-BB72-96464E0D1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Multi-agent collaboration</a:t>
            </a:r>
            <a:b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215152" y="1889402"/>
            <a:ext cx="11497236" cy="44153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i="1" u="sng" dirty="0">
                <a:solidFill>
                  <a:srgbClr val="0101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main idea behind multi-agent collaboration is: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0101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“Complex problems can be solved more efficiently when multiple intelligent agents cooperate.”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0101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agent may have: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0101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 skills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0101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 responsibilities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0101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 knowledge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0101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 goals 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0101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agents communicate and coordinate their actions.</a:t>
            </a:r>
          </a:p>
        </p:txBody>
      </p:sp>
    </p:spTree>
    <p:extLst>
      <p:ext uri="{BB962C8B-B14F-4D97-AF65-F5344CB8AC3E}">
        <p14:creationId xmlns:p14="http://schemas.microsoft.com/office/powerpoint/2010/main" val="8819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2B1B0-47C1-422B-BB72-96464E0D1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Multi-agent collaboration (Components of a Multi-Agent System)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215152" y="1889402"/>
            <a:ext cx="11497236" cy="46405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Agents</a:t>
            </a:r>
            <a:endParaRPr lang="en-US" sz="32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agent is an independent entity.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Examples: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Agent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Planning Agent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Coding Agent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Testing Agent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Analysis Agent </a:t>
            </a:r>
          </a:p>
        </p:txBody>
      </p:sp>
    </p:spTree>
    <p:extLst>
      <p:ext uri="{BB962C8B-B14F-4D97-AF65-F5344CB8AC3E}">
        <p14:creationId xmlns:p14="http://schemas.microsoft.com/office/powerpoint/2010/main" val="1354179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2B1B0-47C1-422B-BB72-96464E0D1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Multi-agent collaboration (Components of a Multi-Agent System)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215152" y="1889402"/>
            <a:ext cx="11497236" cy="46405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Environment</a:t>
            </a:r>
            <a:endParaRPr lang="en-US" sz="32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environment is where agents operate.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Examples: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Robot world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Cloud system </a:t>
            </a:r>
          </a:p>
        </p:txBody>
      </p:sp>
    </p:spTree>
    <p:extLst>
      <p:ext uri="{BB962C8B-B14F-4D97-AF65-F5344CB8AC3E}">
        <p14:creationId xmlns:p14="http://schemas.microsoft.com/office/powerpoint/2010/main" val="2584485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2B1B0-47C1-422B-BB72-96464E0D1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Multi-agent collaboration (Components of a Multi-Agent System)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215152" y="1889402"/>
            <a:ext cx="11497236" cy="39828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Communication Mechanism</a:t>
            </a:r>
            <a:endParaRPr lang="en-US" sz="32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Agents exchange information using: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Messages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Shared memory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 systems </a:t>
            </a:r>
          </a:p>
        </p:txBody>
      </p:sp>
    </p:spTree>
    <p:extLst>
      <p:ext uri="{BB962C8B-B14F-4D97-AF65-F5344CB8AC3E}">
        <p14:creationId xmlns:p14="http://schemas.microsoft.com/office/powerpoint/2010/main" val="156970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2B1B0-47C1-422B-BB72-96464E0D1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Multi-agent collaboration (Components of a Multi-Agent System)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215152" y="1889402"/>
            <a:ext cx="11497236" cy="4629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Coordination Strategy</a:t>
            </a:r>
            <a:endParaRPr lang="en-US" sz="32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Defines how agents cooperate.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Examples: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delegation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Voting systems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Leader-follower architecture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Swarm intelligence </a:t>
            </a:r>
          </a:p>
        </p:txBody>
      </p:sp>
    </p:spTree>
    <p:extLst>
      <p:ext uri="{BB962C8B-B14F-4D97-AF65-F5344CB8AC3E}">
        <p14:creationId xmlns:p14="http://schemas.microsoft.com/office/powerpoint/2010/main" val="1118544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2B1B0-47C1-422B-BB72-96464E0D1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Multi-agent collaboration (Types of Multi-Agent Collaboration)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215152" y="1889402"/>
            <a:ext cx="11497236" cy="2690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Cooperative Systems</a:t>
            </a:r>
            <a:endParaRPr lang="en-US" sz="32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agents work toward the same goal.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pPr lvl="0">
              <a:lnSpc>
                <a:spcPct val="150000"/>
              </a:lnSpc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Autonomous warehouse robots organizing packages. </a:t>
            </a:r>
          </a:p>
        </p:txBody>
      </p:sp>
    </p:spTree>
    <p:extLst>
      <p:ext uri="{BB962C8B-B14F-4D97-AF65-F5344CB8AC3E}">
        <p14:creationId xmlns:p14="http://schemas.microsoft.com/office/powerpoint/2010/main" val="479654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2B1B0-47C1-422B-BB72-96464E0D1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Multi-agent collaboration (Types of Multi-Agent Collaboration)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215152" y="1889402"/>
            <a:ext cx="11497236" cy="2690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Competitive Systems</a:t>
            </a:r>
            <a:endParaRPr lang="en-US" sz="32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Agents compete against each other.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pPr lvl="0">
              <a:lnSpc>
                <a:spcPct val="150000"/>
              </a:lnSpc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agents in strategy games. </a:t>
            </a:r>
          </a:p>
        </p:txBody>
      </p:sp>
    </p:spTree>
    <p:extLst>
      <p:ext uri="{BB962C8B-B14F-4D97-AF65-F5344CB8AC3E}">
        <p14:creationId xmlns:p14="http://schemas.microsoft.com/office/powerpoint/2010/main" val="3554837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2B1B0-47C1-422B-BB72-96464E0D1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Multi-agent collaboration (Types of Multi-Agent Collaboration)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215152" y="1889402"/>
            <a:ext cx="11497236" cy="2690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Hybrid Systems</a:t>
            </a:r>
            <a:endParaRPr lang="en-US" sz="32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agents cooperate while others compete.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pPr lvl="0">
              <a:lnSpc>
                <a:spcPct val="150000"/>
              </a:lnSpc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Financial trading systems. </a:t>
            </a:r>
          </a:p>
        </p:txBody>
      </p:sp>
    </p:spTree>
    <p:extLst>
      <p:ext uri="{BB962C8B-B14F-4D97-AF65-F5344CB8AC3E}">
        <p14:creationId xmlns:p14="http://schemas.microsoft.com/office/powerpoint/2010/main" val="2362762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2B1B0-47C1-422B-BB72-96464E0D1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Multi-agent collaboration</a:t>
            </a:r>
            <a:b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280272" y="1868215"/>
            <a:ext cx="11497236" cy="13336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in AI Research</a:t>
            </a:r>
            <a:endParaRPr lang="en-US" sz="20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Suppose the goal is: “Write a research report about climate change.”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system may use several agents: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26B64FB-6D78-4BE0-A289-200F681AF3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6481013"/>
              </p:ext>
            </p:extLst>
          </p:nvPr>
        </p:nvGraphicFramePr>
        <p:xfrm>
          <a:off x="215152" y="3429000"/>
          <a:ext cx="11562356" cy="259528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781178">
                  <a:extLst>
                    <a:ext uri="{9D8B030D-6E8A-4147-A177-3AD203B41FA5}">
                      <a16:colId xmlns:a16="http://schemas.microsoft.com/office/drawing/2014/main" val="1606037050"/>
                    </a:ext>
                  </a:extLst>
                </a:gridCol>
                <a:gridCol w="5781178">
                  <a:extLst>
                    <a:ext uri="{9D8B030D-6E8A-4147-A177-3AD203B41FA5}">
                      <a16:colId xmlns:a16="http://schemas.microsoft.com/office/drawing/2014/main" val="4038858768"/>
                    </a:ext>
                  </a:extLst>
                </a:gridCol>
              </a:tblGrid>
              <a:tr h="43254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Agent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Responsibility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58916591"/>
                  </a:ext>
                </a:extLst>
              </a:tr>
              <a:tr h="43254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Research Agent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Collects information</a:t>
                      </a:r>
                      <a:endParaRPr lang="en-US" sz="14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99579313"/>
                  </a:ext>
                </a:extLst>
              </a:tr>
              <a:tr h="43254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Summarization Agent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Summarizes articles</a:t>
                      </a:r>
                      <a:endParaRPr lang="en-US" sz="14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32801860"/>
                  </a:ext>
                </a:extLst>
              </a:tr>
              <a:tr h="43254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Fact-checking Agent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Verifies information</a:t>
                      </a:r>
                      <a:endParaRPr lang="en-US" sz="14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89409787"/>
                  </a:ext>
                </a:extLst>
              </a:tr>
              <a:tr h="43254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Writing Agent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Writes the report</a:t>
                      </a:r>
                      <a:endParaRPr lang="en-US" sz="1400" dirty="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54723062"/>
                  </a:ext>
                </a:extLst>
              </a:tr>
              <a:tr h="43254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Review Agent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Checks quality</a:t>
                      </a:r>
                      <a:endParaRPr lang="en-US" sz="1400" dirty="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67279969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65224E4-603B-4B3D-8781-E8D016B6284B}"/>
              </a:ext>
            </a:extLst>
          </p:cNvPr>
          <p:cNvSpPr/>
          <p:nvPr/>
        </p:nvSpPr>
        <p:spPr>
          <a:xfrm>
            <a:off x="215152" y="6122696"/>
            <a:ext cx="8214108" cy="45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These agents collaborate until the final report is generated.</a:t>
            </a:r>
            <a:endParaRPr lang="en-US" sz="2000" dirty="0">
              <a:solidFill>
                <a:srgbClr val="2C2C2C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2804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2B1B0-47C1-422B-BB72-96464E0D1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528620" cy="909637"/>
          </a:xfrm>
        </p:spPr>
        <p:txBody>
          <a:bodyPr/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Multi-agent collaboration (Architectures of Multi-Agent Systems)</a:t>
            </a:r>
            <a:b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215152" y="1889402"/>
            <a:ext cx="11497236" cy="4629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Centralized Architecture</a:t>
            </a:r>
            <a:endParaRPr lang="en-US" sz="32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master agent controls all others.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Advantages</a:t>
            </a:r>
            <a:endParaRPr lang="en-US" sz="28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50000"/>
              </a:lnSpc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Easier management </a:t>
            </a:r>
          </a:p>
          <a:p>
            <a:pPr lvl="0">
              <a:lnSpc>
                <a:spcPct val="150000"/>
              </a:lnSpc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Better coordination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Disadvantages</a:t>
            </a:r>
            <a:endParaRPr lang="en-US" sz="28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50000"/>
              </a:lnSpc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 point of failure </a:t>
            </a:r>
          </a:p>
        </p:txBody>
      </p:sp>
    </p:spTree>
    <p:extLst>
      <p:ext uri="{BB962C8B-B14F-4D97-AF65-F5344CB8AC3E}">
        <p14:creationId xmlns:p14="http://schemas.microsoft.com/office/powerpoint/2010/main" val="2613072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2B1B0-47C1-422B-BB72-96464E0D1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528620" cy="909637"/>
          </a:xfrm>
        </p:spPr>
        <p:txBody>
          <a:bodyPr/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Multi-agent collaboration (Architectures of Multi-Agent Systems)</a:t>
            </a:r>
            <a:b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215152" y="1889402"/>
            <a:ext cx="11497236" cy="46405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Decentralized Architecture</a:t>
            </a:r>
            <a:endParaRPr lang="en-US" sz="32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central controller exists.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Agents make independent decisions.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Advantages</a:t>
            </a:r>
            <a:endParaRPr lang="en-US" sz="24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50000"/>
              </a:lnSpc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scalable </a:t>
            </a:r>
          </a:p>
          <a:p>
            <a:pPr lvl="0">
              <a:lnSpc>
                <a:spcPct val="150000"/>
              </a:lnSpc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robust 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Disadvantages</a:t>
            </a:r>
            <a:endParaRPr lang="en-US" sz="24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50000"/>
              </a:lnSpc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Harder coordination </a:t>
            </a:r>
          </a:p>
        </p:txBody>
      </p:sp>
    </p:spTree>
    <p:extLst>
      <p:ext uri="{BB962C8B-B14F-4D97-AF65-F5344CB8AC3E}">
        <p14:creationId xmlns:p14="http://schemas.microsoft.com/office/powerpoint/2010/main" val="2902127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2B1B0-47C1-422B-BB72-96464E0D1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528620" cy="909637"/>
          </a:xfrm>
        </p:spPr>
        <p:txBody>
          <a:bodyPr/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Multi-agent collaboration (Architectures of Multi-Agent Systems)</a:t>
            </a:r>
            <a:b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215152" y="2091108"/>
            <a:ext cx="11497236" cy="3336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Hierarchical Architecture</a:t>
            </a:r>
            <a:endParaRPr lang="en-US" sz="32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Agents are organized in levels.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pPr lvl="0">
              <a:lnSpc>
                <a:spcPct val="150000"/>
              </a:lnSpc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Manager agent </a:t>
            </a:r>
          </a:p>
          <a:p>
            <a:pPr lvl="0">
              <a:lnSpc>
                <a:spcPct val="150000"/>
              </a:lnSpc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Worker agents </a:t>
            </a:r>
          </a:p>
        </p:txBody>
      </p:sp>
    </p:spTree>
    <p:extLst>
      <p:ext uri="{BB962C8B-B14F-4D97-AF65-F5344CB8AC3E}">
        <p14:creationId xmlns:p14="http://schemas.microsoft.com/office/powerpoint/2010/main" val="582562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2B1B0-47C1-422B-BB72-96464E0D1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528620" cy="909637"/>
          </a:xfrm>
        </p:spPr>
        <p:txBody>
          <a:bodyPr/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Multi-agent collaboration (Multi-Agent Frameworks)</a:t>
            </a:r>
            <a:b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215152" y="2131622"/>
            <a:ext cx="114972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Popular frameworks include: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C832F8C-B127-4A95-BC2C-B0A37860BB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8740233"/>
              </p:ext>
            </p:extLst>
          </p:nvPr>
        </p:nvGraphicFramePr>
        <p:xfrm>
          <a:off x="215152" y="3302509"/>
          <a:ext cx="10986248" cy="30418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493124">
                  <a:extLst>
                    <a:ext uri="{9D8B030D-6E8A-4147-A177-3AD203B41FA5}">
                      <a16:colId xmlns:a16="http://schemas.microsoft.com/office/drawing/2014/main" val="1364140806"/>
                    </a:ext>
                  </a:extLst>
                </a:gridCol>
                <a:gridCol w="5493124">
                  <a:extLst>
                    <a:ext uri="{9D8B030D-6E8A-4147-A177-3AD203B41FA5}">
                      <a16:colId xmlns:a16="http://schemas.microsoft.com/office/drawing/2014/main" val="1523782099"/>
                    </a:ext>
                  </a:extLst>
                </a:gridCol>
              </a:tblGrid>
              <a:tr h="43455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Framework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Purpose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11242100"/>
                  </a:ext>
                </a:extLst>
              </a:tr>
              <a:tr h="43455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LangChain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Building AI workflows</a:t>
                      </a:r>
                      <a:endParaRPr lang="en-US" sz="14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12303016"/>
                  </a:ext>
                </a:extLst>
              </a:tr>
              <a:tr h="43455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LangGraph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Stateful multi-agent systems</a:t>
                      </a:r>
                      <a:endParaRPr lang="en-US" sz="14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88508369"/>
                  </a:ext>
                </a:extLst>
              </a:tr>
              <a:tr h="43455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AutoGen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Agent conversations</a:t>
                      </a:r>
                      <a:endParaRPr lang="en-US" sz="1400" dirty="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24575046"/>
                  </a:ext>
                </a:extLst>
              </a:tr>
              <a:tr h="43455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CrewAI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Team-based AI agents</a:t>
                      </a:r>
                      <a:endParaRPr lang="en-US" sz="14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68023456"/>
                  </a:ext>
                </a:extLst>
              </a:tr>
              <a:tr h="43455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Semantic Kernel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AI orchestration</a:t>
                      </a:r>
                      <a:endParaRPr lang="en-US" sz="14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01087290"/>
                  </a:ext>
                </a:extLst>
              </a:tr>
              <a:tr h="43455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Ray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Distributed AI execution</a:t>
                      </a:r>
                      <a:endParaRPr lang="en-US" sz="1400" dirty="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61246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9239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FAEA70B-5CCE-4AB4-B3C5-977B0289B421}"/>
              </a:ext>
            </a:extLst>
          </p:cNvPr>
          <p:cNvSpPr/>
          <p:nvPr/>
        </p:nvSpPr>
        <p:spPr>
          <a:xfrm>
            <a:off x="349625" y="1739214"/>
            <a:ext cx="11631704" cy="47454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dirty="0">
                <a:solidFill>
                  <a:srgbClr val="2C2C2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Multi-agent collaboration is an advanced AI approach where multiple intelligent agents cooperate to solve complex problems more efficiently than a single system.</a:t>
            </a:r>
            <a:endParaRPr lang="en-US" sz="1600" dirty="0">
              <a:solidFill>
                <a:srgbClr val="2C2C2C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b="1" i="1" u="sng" dirty="0">
                <a:solidFill>
                  <a:srgbClr val="2C2C2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It is becoming a foundational technology in:</a:t>
            </a:r>
            <a:endParaRPr lang="en-US" sz="1600" b="1" i="1" u="sng" dirty="0">
              <a:solidFill>
                <a:srgbClr val="2C2C2C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solidFill>
                  <a:srgbClr val="2C2C2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Autonomous systems </a:t>
            </a:r>
            <a:endParaRPr lang="en-US" sz="1200" dirty="0">
              <a:solidFill>
                <a:srgbClr val="2C2C2C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solidFill>
                  <a:srgbClr val="2C2C2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Robotics </a:t>
            </a:r>
            <a:endParaRPr lang="en-US" sz="1200" dirty="0">
              <a:solidFill>
                <a:srgbClr val="2C2C2C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solidFill>
                  <a:srgbClr val="2C2C2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Large Language Models </a:t>
            </a:r>
            <a:endParaRPr lang="en-US" sz="1200" dirty="0">
              <a:solidFill>
                <a:srgbClr val="2C2C2C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solidFill>
                  <a:srgbClr val="2C2C2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Enterprise AI </a:t>
            </a:r>
            <a:endParaRPr lang="en-US" sz="1200" dirty="0">
              <a:solidFill>
                <a:srgbClr val="2C2C2C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solidFill>
                  <a:srgbClr val="2C2C2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Scientific research </a:t>
            </a:r>
            <a:endParaRPr lang="en-US" sz="1200" dirty="0">
              <a:solidFill>
                <a:srgbClr val="2C2C2C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solidFill>
                  <a:srgbClr val="2C2C2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Distributed computing </a:t>
            </a:r>
            <a:endParaRPr lang="en-US" sz="1200" dirty="0">
              <a:solidFill>
                <a:srgbClr val="2C2C2C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600" dirty="0">
                <a:solidFill>
                  <a:srgbClr val="2C2C2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As AI systems become more powerful, multi-agent collaboration will play a major role in creating intelligent, scalable, and autonomous applications.</a:t>
            </a:r>
            <a:endParaRPr lang="en-US" sz="1400" dirty="0">
              <a:solidFill>
                <a:srgbClr val="2C2C2C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6EE6249-7231-4A6F-A64A-1518AB563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528620" cy="909637"/>
          </a:xfrm>
        </p:spPr>
        <p:txBody>
          <a:bodyPr/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Multi-agent collaboration</a:t>
            </a:r>
          </a:p>
        </p:txBody>
      </p:sp>
    </p:spTree>
    <p:extLst>
      <p:ext uri="{BB962C8B-B14F-4D97-AF65-F5344CB8AC3E}">
        <p14:creationId xmlns:p14="http://schemas.microsoft.com/office/powerpoint/2010/main" val="312178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572" name="think-cell Slide" r:id="rId5" imgW="383" imgH="384" progId="TCLayout.ActiveDocument.1">
                  <p:embed/>
                </p:oleObj>
              </mc:Choice>
              <mc:Fallback>
                <p:oleObj name="think-cell Slide" r:id="rId5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sz="4400" dirty="0">
                <a:latin typeface="Arial" panose="020B0604020202020204" pitchFamily="34" charset="0"/>
              </a:rPr>
              <a:t>Distributed AI coordination </a:t>
            </a:r>
          </a:p>
        </p:txBody>
      </p:sp>
    </p:spTree>
    <p:extLst>
      <p:ext uri="{BB962C8B-B14F-4D97-AF65-F5344CB8AC3E}">
        <p14:creationId xmlns:p14="http://schemas.microsoft.com/office/powerpoint/2010/main" val="3774080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389964" y="1909482"/>
            <a:ext cx="11456895" cy="29557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Distributed AI coordination</a:t>
            </a:r>
            <a:r>
              <a:rPr lang="en-US" sz="32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a field of Artificial Intelligence (AI) that focuses on how multiple distributed intelligent systems, agents, or computing nodes cooperate and coordinate their actions to achieve shared goals efficiently.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DF9F5B8-4F31-4F55-ABFD-8771FA3F2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424310" cy="909637"/>
          </a:xfrm>
        </p:spPr>
        <p:txBody>
          <a:bodyPr/>
          <a:lstStyle/>
          <a:p>
            <a:r>
              <a:rPr lang="en-US" sz="4400" dirty="0">
                <a:latin typeface="Arial" panose="020B0604020202020204" pitchFamily="34" charset="0"/>
              </a:rPr>
              <a:t>Distributed AI coordination </a:t>
            </a:r>
            <a:br>
              <a:rPr lang="en-US" sz="44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222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389964" y="1909482"/>
            <a:ext cx="11456895" cy="37867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i="1" u="sng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distributed AI systems: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Intelligence is spread across multiple machines or agents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Computation happens in parallel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 components communicate over networks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Coordination mechanisms manage cooperation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DF9F5B8-4F31-4F55-ABFD-8771FA3F2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424310" cy="909637"/>
          </a:xfrm>
        </p:spPr>
        <p:txBody>
          <a:bodyPr/>
          <a:lstStyle/>
          <a:p>
            <a:r>
              <a:rPr lang="en-US" sz="4400" dirty="0">
                <a:latin typeface="Arial" panose="020B0604020202020204" pitchFamily="34" charset="0"/>
              </a:rPr>
              <a:t>Distributed AI coordination </a:t>
            </a:r>
            <a:br>
              <a:rPr lang="en-US" sz="44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6535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389964" y="1909482"/>
            <a:ext cx="11456895" cy="45254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i="1" u="sng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Distributed AI combines concepts from: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Artificial Intelligence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Distributed Systems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Multi-Agent Systems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Cloud Computing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Parallel Computing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DF9F5B8-4F31-4F55-ABFD-8771FA3F2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424310" cy="909637"/>
          </a:xfrm>
        </p:spPr>
        <p:txBody>
          <a:bodyPr/>
          <a:lstStyle/>
          <a:p>
            <a:r>
              <a:rPr lang="en-US" sz="4400" dirty="0">
                <a:latin typeface="Arial" panose="020B0604020202020204" pitchFamily="34" charset="0"/>
              </a:rPr>
              <a:t>Distributed AI coordination </a:t>
            </a:r>
            <a:br>
              <a:rPr lang="en-US" sz="44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729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389964" y="1909482"/>
            <a:ext cx="11802036" cy="49636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Basic Concept</a:t>
            </a:r>
          </a:p>
          <a:p>
            <a:pPr>
              <a:lnSpc>
                <a:spcPct val="150000"/>
              </a:lnSpc>
            </a:pP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Instead of one centralized AI system handling all tasks, distributed AI coordination divides tasks among multiple intelligent components.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Each component: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Performs part of the computation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Shares information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Coordinates with others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Contributes to the overall solution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DF9F5B8-4F31-4F55-ABFD-8771FA3F2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424310" cy="909637"/>
          </a:xfrm>
        </p:spPr>
        <p:txBody>
          <a:bodyPr/>
          <a:lstStyle/>
          <a:p>
            <a:r>
              <a:rPr lang="en-US" sz="4400" dirty="0">
                <a:latin typeface="Arial" panose="020B0604020202020204" pitchFamily="34" charset="0"/>
              </a:rPr>
              <a:t>Distributed AI coordination </a:t>
            </a:r>
            <a:br>
              <a:rPr lang="en-US" sz="44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3473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389964" y="1909482"/>
            <a:ext cx="11456895" cy="48135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Distributed AI coordination is the process of organizing multiple intelligent systems, machines, or agents to work together efficiently across distributed environments.</a:t>
            </a:r>
          </a:p>
          <a:p>
            <a:pPr>
              <a:lnSpc>
                <a:spcPct val="150000"/>
              </a:lnSpc>
            </a:pPr>
            <a:endParaRPr lang="en-US" sz="105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is essential for: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Large-scale AI systems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Cloud AI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Robotics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Autonomous vehicles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Modern LLM infrastructures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Enterprise AI platforms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AI systems continue growing in scale and complexity, distributed AI coordination will become one of the most important foundations of future intelligent systems.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DF9F5B8-4F31-4F55-ABFD-8771FA3F2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424310" cy="909637"/>
          </a:xfrm>
        </p:spPr>
        <p:txBody>
          <a:bodyPr/>
          <a:lstStyle/>
          <a:p>
            <a:r>
              <a:rPr lang="en-US" sz="4400" dirty="0">
                <a:latin typeface="Arial" panose="020B0604020202020204" pitchFamily="34" charset="0"/>
              </a:rPr>
              <a:t>Distributed AI coordination </a:t>
            </a:r>
            <a:br>
              <a:rPr lang="en-US" sz="44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8300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97" name="think-cell Slide" r:id="rId5" imgW="383" imgH="384" progId="TCLayout.ActiveDocument.1">
                  <p:embed/>
                </p:oleObj>
              </mc:Choice>
              <mc:Fallback>
                <p:oleObj name="think-cell Slide" r:id="rId5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sz="4400" dirty="0">
                <a:latin typeface="Arial" panose="020B0604020202020204" pitchFamily="34" charset="0"/>
              </a:rPr>
              <a:t>Role-specialized agents </a:t>
            </a:r>
          </a:p>
        </p:txBody>
      </p:sp>
    </p:spTree>
    <p:extLst>
      <p:ext uri="{BB962C8B-B14F-4D97-AF65-F5344CB8AC3E}">
        <p14:creationId xmlns:p14="http://schemas.microsoft.com/office/powerpoint/2010/main" val="1473586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389964" y="1909482"/>
            <a:ext cx="11524130" cy="4536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Role-specialized agents</a:t>
            </a: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are intelligent AI agents designed to perform a specific role, responsibility, or domain-specific task inside a larger AI system.</a:t>
            </a:r>
          </a:p>
          <a:p>
            <a:pPr>
              <a:lnSpc>
                <a:spcPct val="150000"/>
              </a:lnSpc>
            </a:pPr>
            <a:b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Instead of building one massive general-purpose agent that tries to do everything, modern AI systems divide work among multiple specialized agents, where each agent focuses on a narrow expertise area.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DF9F5B8-4F31-4F55-ABFD-8771FA3F2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424310" cy="909637"/>
          </a:xfrm>
        </p:spPr>
        <p:txBody>
          <a:bodyPr/>
          <a:lstStyle/>
          <a:p>
            <a:r>
              <a:rPr lang="en-US" sz="4400" dirty="0">
                <a:latin typeface="Arial" panose="020B0604020202020204" pitchFamily="34" charset="0"/>
              </a:rPr>
              <a:t>Role-specialized agents </a:t>
            </a:r>
            <a:br>
              <a:rPr lang="en-US" sz="44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sz="4400" dirty="0">
                <a:latin typeface="Arial" panose="020B0604020202020204" pitchFamily="34" charset="0"/>
              </a:rPr>
              <a:t> 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8853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389964" y="1909482"/>
            <a:ext cx="11524130" cy="4721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main idea is similar to how human organizations work.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a company: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Managers manage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Engineers build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Analysts analyze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Researchers research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Testers validate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DF9F5B8-4F31-4F55-ABFD-8771FA3F2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424310" cy="909637"/>
          </a:xfrm>
        </p:spPr>
        <p:txBody>
          <a:bodyPr/>
          <a:lstStyle/>
          <a:p>
            <a:r>
              <a:rPr lang="en-US" sz="4400" dirty="0">
                <a:latin typeface="Arial" panose="020B0604020202020204" pitchFamily="34" charset="0"/>
              </a:rPr>
              <a:t>Role-specialized agents </a:t>
            </a:r>
            <a:br>
              <a:rPr lang="en-US" sz="44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sz="4400" dirty="0">
                <a:latin typeface="Arial" panose="020B0604020202020204" pitchFamily="34" charset="0"/>
              </a:rPr>
              <a:t> 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3011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389964" y="1909482"/>
            <a:ext cx="11524130" cy="1305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Architecture of Role-Specialized Agent Systems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typical architecture contains: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DF9F5B8-4F31-4F55-ABFD-8771FA3F2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424310" cy="909637"/>
          </a:xfrm>
        </p:spPr>
        <p:txBody>
          <a:bodyPr/>
          <a:lstStyle/>
          <a:p>
            <a:r>
              <a:rPr lang="en-US" sz="4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Role-specialized agents </a:t>
            </a:r>
            <a:br>
              <a:rPr lang="en-US" sz="4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40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A964C9-7B9F-41AF-986C-8DE2124D7971}"/>
              </a:ext>
            </a:extLst>
          </p:cNvPr>
          <p:cNvSpPr/>
          <p:nvPr/>
        </p:nvSpPr>
        <p:spPr>
          <a:xfrm>
            <a:off x="3666564" y="3643354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+----------------+</a:t>
            </a:r>
          </a:p>
          <a:p>
            <a:r>
              <a:rPr 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| Coordinator AI |</a:t>
            </a:r>
          </a:p>
          <a:p>
            <a:r>
              <a:rPr 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+--------+-------+</a:t>
            </a:r>
          </a:p>
          <a:p>
            <a:r>
              <a:rPr 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|</a:t>
            </a:r>
          </a:p>
          <a:p>
            <a:r>
              <a:rPr 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------------------------------------------------</a:t>
            </a:r>
          </a:p>
          <a:p>
            <a:r>
              <a:rPr 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|               |              |               |</a:t>
            </a:r>
          </a:p>
          <a:p>
            <a:r>
              <a:rPr 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+-------v-----+ +-------v-----+ +------v------+ +------v------+</a:t>
            </a:r>
          </a:p>
          <a:p>
            <a:r>
              <a:rPr 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Planner     | | Researcher  | | Coder Agent | | Reviewer    |</a:t>
            </a:r>
          </a:p>
          <a:p>
            <a:r>
              <a:rPr 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Agent       | | Agent       | |              | | Agent       |</a:t>
            </a:r>
          </a:p>
          <a:p>
            <a:r>
              <a:rPr 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+-------------+ +-------------+ +-------------+ +-------------+</a:t>
            </a:r>
          </a:p>
        </p:txBody>
      </p:sp>
    </p:spTree>
    <p:extLst>
      <p:ext uri="{BB962C8B-B14F-4D97-AF65-F5344CB8AC3E}">
        <p14:creationId xmlns:p14="http://schemas.microsoft.com/office/powerpoint/2010/main" val="2100341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389964" y="1909482"/>
            <a:ext cx="11524130" cy="49061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Types of Role-Specialized Agents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Planner Agent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Responsible for:</a:t>
            </a:r>
            <a:endParaRPr lang="en-US" sz="24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Breaking down tasks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Creating workflows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Scheduling execution </a:t>
            </a:r>
            <a:endParaRPr lang="en-US" sz="28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Deciding how to build a machine learning pipeline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DF9F5B8-4F31-4F55-ABFD-8771FA3F2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424310" cy="909637"/>
          </a:xfrm>
        </p:spPr>
        <p:txBody>
          <a:bodyPr/>
          <a:lstStyle/>
          <a:p>
            <a:r>
              <a:rPr lang="en-US" sz="4400" dirty="0">
                <a:latin typeface="Arial" panose="020B0604020202020204" pitchFamily="34" charset="0"/>
              </a:rPr>
              <a:t>Role-specialized agents </a:t>
            </a:r>
            <a:br>
              <a:rPr lang="en-US" sz="44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sz="4400" dirty="0">
                <a:latin typeface="Arial" panose="020B0604020202020204" pitchFamily="34" charset="0"/>
              </a:rPr>
              <a:t> 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4553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389964" y="1909482"/>
            <a:ext cx="11524130" cy="4259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Research Agent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Responsible for: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Searching documents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Retrieving information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Summarizing knowledge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Searching scientific papers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DF9F5B8-4F31-4F55-ABFD-8771FA3F2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424310" cy="909637"/>
          </a:xfrm>
        </p:spPr>
        <p:txBody>
          <a:bodyPr/>
          <a:lstStyle/>
          <a:p>
            <a:r>
              <a:rPr lang="en-US" sz="4400" dirty="0">
                <a:latin typeface="Arial" panose="020B0604020202020204" pitchFamily="34" charset="0"/>
              </a:rPr>
              <a:t>Role-specialized agents </a:t>
            </a:r>
            <a:br>
              <a:rPr lang="en-US" sz="44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sz="4400" dirty="0">
                <a:latin typeface="Arial" panose="020B0604020202020204" pitchFamily="34" charset="0"/>
              </a:rPr>
              <a:t> 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2984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389964" y="1909482"/>
            <a:ext cx="11524130" cy="4813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3. Coding Agent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Responsible for: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Writing code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Debugging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Refactoring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Explaining code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Generating Python APIs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DF9F5B8-4F31-4F55-ABFD-8771FA3F2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424310" cy="909637"/>
          </a:xfrm>
        </p:spPr>
        <p:txBody>
          <a:bodyPr/>
          <a:lstStyle/>
          <a:p>
            <a:r>
              <a:rPr lang="en-US" sz="4400" dirty="0">
                <a:latin typeface="Arial" panose="020B0604020202020204" pitchFamily="34" charset="0"/>
              </a:rPr>
              <a:t>Role-specialized agents </a:t>
            </a:r>
            <a:br>
              <a:rPr lang="en-US" sz="44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sz="4400" dirty="0">
                <a:latin typeface="Arial" panose="020B0604020202020204" pitchFamily="34" charset="0"/>
              </a:rPr>
              <a:t> 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3645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389964" y="1909482"/>
            <a:ext cx="11524130" cy="4813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4. Reviewer/Critic Agent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Responsible for: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Error detection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Validation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Quality assurance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Risk analysis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Detecting security vulnerabilities in generated code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DF9F5B8-4F31-4F55-ABFD-8771FA3F2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424310" cy="909637"/>
          </a:xfrm>
        </p:spPr>
        <p:txBody>
          <a:bodyPr/>
          <a:lstStyle/>
          <a:p>
            <a:r>
              <a:rPr lang="en-US" sz="4400" dirty="0">
                <a:latin typeface="Arial" panose="020B0604020202020204" pitchFamily="34" charset="0"/>
              </a:rPr>
              <a:t>Role-specialized agents </a:t>
            </a:r>
            <a:br>
              <a:rPr lang="en-US" sz="44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sz="4400" dirty="0">
                <a:latin typeface="Arial" panose="020B0604020202020204" pitchFamily="34" charset="0"/>
              </a:rPr>
              <a:t> 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5463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389964" y="1909482"/>
            <a:ext cx="11524130" cy="4259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Memory Agent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Responsible for: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Storing long-term context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Knowledge retrieval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Session management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Maintaining conversation history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DF9F5B8-4F31-4F55-ABFD-8771FA3F2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424310" cy="909637"/>
          </a:xfrm>
        </p:spPr>
        <p:txBody>
          <a:bodyPr/>
          <a:lstStyle/>
          <a:p>
            <a:r>
              <a:rPr lang="en-US" sz="4400" dirty="0">
                <a:latin typeface="Arial" panose="020B0604020202020204" pitchFamily="34" charset="0"/>
              </a:rPr>
              <a:t>Role-specialized agents </a:t>
            </a:r>
            <a:br>
              <a:rPr lang="en-US" sz="44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sz="4400" dirty="0">
                <a:latin typeface="Arial" panose="020B0604020202020204" pitchFamily="34" charset="0"/>
              </a:rPr>
              <a:t> 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5385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389964" y="1909482"/>
            <a:ext cx="11524130" cy="4259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6. Tool-Execution Agent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Responsible for: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Running external tools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Calling APIs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Database querying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Executing SQL queries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DF9F5B8-4F31-4F55-ABFD-8771FA3F2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424310" cy="909637"/>
          </a:xfrm>
        </p:spPr>
        <p:txBody>
          <a:bodyPr/>
          <a:lstStyle/>
          <a:p>
            <a:r>
              <a:rPr lang="en-US" sz="4400" dirty="0">
                <a:latin typeface="Arial" panose="020B0604020202020204" pitchFamily="34" charset="0"/>
              </a:rPr>
              <a:t>Role-specialized agents </a:t>
            </a:r>
            <a:br>
              <a:rPr lang="en-US" sz="44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sz="4400" dirty="0">
                <a:latin typeface="Arial" panose="020B0604020202020204" pitchFamily="34" charset="0"/>
              </a:rPr>
              <a:t> 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6254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389964" y="1909482"/>
            <a:ext cx="11524130" cy="4259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7. Communication Agent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Responsible for: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Inter-agent messaging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Negotiation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Coordination protocols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Synchronizing distributed AI systems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DF9F5B8-4F31-4F55-ABFD-8771FA3F2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424310" cy="909637"/>
          </a:xfrm>
        </p:spPr>
        <p:txBody>
          <a:bodyPr/>
          <a:lstStyle/>
          <a:p>
            <a:r>
              <a:rPr lang="en-US" sz="4400" dirty="0">
                <a:latin typeface="Arial" panose="020B0604020202020204" pitchFamily="34" charset="0"/>
              </a:rPr>
              <a:t>Role-specialized agents </a:t>
            </a:r>
            <a:br>
              <a:rPr lang="en-US" sz="44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sz="4400" dirty="0">
                <a:latin typeface="Arial" panose="020B0604020202020204" pitchFamily="34" charset="0"/>
              </a:rPr>
              <a:t> 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8303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118782" y="1909482"/>
            <a:ext cx="11739283" cy="47790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Role-specialized agents are AI agents designed for specific responsibilities inside larger AI ecosystems.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Key characteristics: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Task specialization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Modular architecture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Collaborative workflows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Distributed intelligence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Coordinated problem solving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They are becoming a foundational concept in modern autonomous AI systems, enterprise AI platforms, and next-generation intelligent software architectures.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DF9F5B8-4F31-4F55-ABFD-8771FA3F2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424310" cy="909637"/>
          </a:xfrm>
        </p:spPr>
        <p:txBody>
          <a:bodyPr/>
          <a:lstStyle/>
          <a:p>
            <a:r>
              <a:rPr lang="en-US" sz="4400" dirty="0">
                <a:latin typeface="Arial" panose="020B0604020202020204" pitchFamily="34" charset="0"/>
              </a:rPr>
              <a:t>Role-specialized agents </a:t>
            </a:r>
            <a:br>
              <a:rPr lang="en-US" sz="44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sz="4400" dirty="0">
                <a:latin typeface="Arial" panose="020B0604020202020204" pitchFamily="34" charset="0"/>
              </a:rPr>
              <a:t> 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7786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621" name="think-cell Slide" r:id="rId5" imgW="383" imgH="384" progId="TCLayout.ActiveDocument.1">
                  <p:embed/>
                </p:oleObj>
              </mc:Choice>
              <mc:Fallback>
                <p:oleObj name="think-cell Slide" r:id="rId5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30000" y="3826800"/>
            <a:ext cx="10936800" cy="2654682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4400" dirty="0">
                <a:latin typeface="Arial" panose="020B0604020202020204" pitchFamily="34" charset="0"/>
              </a:rPr>
              <a:t>Enterprise orchestration architectures </a:t>
            </a:r>
          </a:p>
        </p:txBody>
      </p:sp>
    </p:spTree>
    <p:extLst>
      <p:ext uri="{BB962C8B-B14F-4D97-AF65-F5344CB8AC3E}">
        <p14:creationId xmlns:p14="http://schemas.microsoft.com/office/powerpoint/2010/main" val="1676319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74FE8-2E70-407C-B41D-AB4C7EF2E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0" y="512763"/>
            <a:ext cx="10770667" cy="90963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</a:rPr>
              <a:t>Enterprise orchestration architectures 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F273A3-C35A-484A-9FC2-377CB99DBDB6}"/>
              </a:ext>
            </a:extLst>
          </p:cNvPr>
          <p:cNvSpPr/>
          <p:nvPr/>
        </p:nvSpPr>
        <p:spPr>
          <a:xfrm>
            <a:off x="448235" y="2044322"/>
            <a:ext cx="11295529" cy="4536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Enterprise orchestration architectures are large-scale system designs used to coordinate multiple software services, AI agents, workflows, APIs, databases, and business processes across an organization.</a:t>
            </a:r>
          </a:p>
          <a:p>
            <a:pPr>
              <a:lnSpc>
                <a:spcPct val="150000"/>
              </a:lnSpc>
            </a:pPr>
            <a:endParaRPr lang="en-US" sz="28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goal of orchestration is to ensure that many independent components work together in a controlled, scalable, secure, and intelligent way.</a:t>
            </a:r>
          </a:p>
        </p:txBody>
      </p:sp>
    </p:spTree>
    <p:extLst>
      <p:ext uri="{BB962C8B-B14F-4D97-AF65-F5344CB8AC3E}">
        <p14:creationId xmlns:p14="http://schemas.microsoft.com/office/powerpoint/2010/main" val="2611464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74FE8-2E70-407C-B41D-AB4C7EF2E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0" y="512763"/>
            <a:ext cx="10770667" cy="90963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</a:rPr>
              <a:t>Enterprise orchestration architectures 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F273A3-C35A-484A-9FC2-377CB99DBDB6}"/>
              </a:ext>
            </a:extLst>
          </p:cNvPr>
          <p:cNvSpPr/>
          <p:nvPr/>
        </p:nvSpPr>
        <p:spPr>
          <a:xfrm>
            <a:off x="448235" y="2044322"/>
            <a:ext cx="11295529" cy="4374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i="1" u="sng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These architectures are heavily used in: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platforms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Cloud-native systems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Enterprise automation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DevOps pipelines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Multi-agent AI systems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Process Management (BPM)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Microservices ecosystems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engineering platforms</a:t>
            </a:r>
          </a:p>
        </p:txBody>
      </p:sp>
    </p:spTree>
    <p:extLst>
      <p:ext uri="{BB962C8B-B14F-4D97-AF65-F5344CB8AC3E}">
        <p14:creationId xmlns:p14="http://schemas.microsoft.com/office/powerpoint/2010/main" val="3520893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74FE8-2E70-407C-B41D-AB4C7EF2E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0" y="512763"/>
            <a:ext cx="10770667" cy="90963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</a:rPr>
              <a:t>Enterprise orchestration architectures 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F273A3-C35A-484A-9FC2-377CB99DBDB6}"/>
              </a:ext>
            </a:extLst>
          </p:cNvPr>
          <p:cNvSpPr/>
          <p:nvPr/>
        </p:nvSpPr>
        <p:spPr>
          <a:xfrm>
            <a:off x="179294" y="1815722"/>
            <a:ext cx="11295529" cy="5205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Orchestration means: Coordinating multiple systems and tasks automatically according to defined rules, workflows, and goals.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Instead of humans manually controlling every step, an orchestration layer manages: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Execution order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Communication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Resource allocation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Error handling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Monitoring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Scaling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Decision routing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21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74FE8-2E70-407C-B41D-AB4C7EF2E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0" y="512763"/>
            <a:ext cx="10770667" cy="90963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</a:rPr>
              <a:t>Enterprise orchestration architectures 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F273A3-C35A-484A-9FC2-377CB99DBDB6}"/>
              </a:ext>
            </a:extLst>
          </p:cNvPr>
          <p:cNvSpPr/>
          <p:nvPr/>
        </p:nvSpPr>
        <p:spPr>
          <a:xfrm>
            <a:off x="448235" y="2044322"/>
            <a:ext cx="11295529" cy="4328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 Idea of Enterprise Orchestration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enterprise environments, systems are usually distributed: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Hundreds of microservices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 databases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models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Cloud services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Human approval systems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 streams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Orchestration acts as the “central nervous system” that coordinates all these parts</a:t>
            </a:r>
          </a:p>
        </p:txBody>
      </p:sp>
    </p:spTree>
    <p:extLst>
      <p:ext uri="{BB962C8B-B14F-4D97-AF65-F5344CB8AC3E}">
        <p14:creationId xmlns:p14="http://schemas.microsoft.com/office/powerpoint/2010/main" val="204297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683" name="think-cell Slide" r:id="rId5" imgW="383" imgH="384" progId="TCLayout.ActiveDocument.1">
                  <p:embed/>
                </p:oleObj>
              </mc:Choice>
              <mc:Fallback>
                <p:oleObj name="think-cell Slide" r:id="rId5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>
                <a:latin typeface="Arial" panose="020B0604020202020204" pitchFamily="34" charset="0"/>
              </a:rPr>
              <a:t>AI Agents for Report Generation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0628E8-58BA-46C1-B54A-371C54D1AB56}"/>
              </a:ext>
            </a:extLst>
          </p:cNvPr>
          <p:cNvSpPr/>
          <p:nvPr/>
        </p:nvSpPr>
        <p:spPr>
          <a:xfrm>
            <a:off x="630000" y="990000"/>
            <a:ext cx="4758034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Lab Activity:</a:t>
            </a:r>
          </a:p>
        </p:txBody>
      </p:sp>
    </p:spTree>
    <p:extLst>
      <p:ext uri="{BB962C8B-B14F-4D97-AF65-F5344CB8AC3E}">
        <p14:creationId xmlns:p14="http://schemas.microsoft.com/office/powerpoint/2010/main" val="1262201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5FFEC-D4C1-4DAC-B5B5-700C1DF29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AI Agents for Report Generation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FC7FA0-C4E4-477D-8534-62D7B6E897C1}"/>
              </a:ext>
            </a:extLst>
          </p:cNvPr>
          <p:cNvSpPr/>
          <p:nvPr/>
        </p:nvSpPr>
        <p:spPr>
          <a:xfrm>
            <a:off x="333829" y="1923298"/>
            <a:ext cx="11622453" cy="49175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project demonstrates a simple multi-agent AI system for automated report generation using Python and </a:t>
            </a:r>
            <a:r>
              <a:rPr lang="en-US" sz="3000" dirty="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OpenAI</a:t>
            </a:r>
            <a:r>
              <a:rPr lang="en-US" sz="3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system contains multiple AI agents: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Agent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Summarization Agent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Writing Agent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 Agent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Manager Agent</a:t>
            </a:r>
          </a:p>
        </p:txBody>
      </p:sp>
    </p:spTree>
    <p:extLst>
      <p:ext uri="{BB962C8B-B14F-4D97-AF65-F5344CB8AC3E}">
        <p14:creationId xmlns:p14="http://schemas.microsoft.com/office/powerpoint/2010/main" val="523043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5FFEC-D4C1-4DAC-B5B5-700C1DF29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AI Agents for Report Generation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FC7FA0-C4E4-477D-8534-62D7B6E897C1}"/>
              </a:ext>
            </a:extLst>
          </p:cNvPr>
          <p:cNvSpPr/>
          <p:nvPr/>
        </p:nvSpPr>
        <p:spPr>
          <a:xfrm>
            <a:off x="539729" y="1923298"/>
            <a:ext cx="11416553" cy="39828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i="1" u="sng" dirty="0">
                <a:latin typeface="Arial" panose="020B0604020202020204" pitchFamily="34" charset="0"/>
                <a:cs typeface="Arial" panose="020B0604020202020204" pitchFamily="34" charset="0"/>
              </a:rPr>
              <a:t>The agents collaborate together to: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Collect information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Summarize content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Generate professional reports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Review and improve the final output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entire project is written in a single Python notebook-style file.</a:t>
            </a:r>
          </a:p>
        </p:txBody>
      </p:sp>
    </p:spTree>
    <p:extLst>
      <p:ext uri="{BB962C8B-B14F-4D97-AF65-F5344CB8AC3E}">
        <p14:creationId xmlns:p14="http://schemas.microsoft.com/office/powerpoint/2010/main" val="696154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EC1F35A-F965-43E6-A763-8F2C92B3CB25}"/>
              </a:ext>
            </a:extLst>
          </p:cNvPr>
          <p:cNvSpPr/>
          <p:nvPr/>
        </p:nvSpPr>
        <p:spPr>
          <a:xfrm>
            <a:off x="420914" y="1959430"/>
            <a:ext cx="10894104" cy="35325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i="1" u="sng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Requirements (Install required packages):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pip install langchain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pip install langgraph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pip install langchain-</a:t>
            </a:r>
            <a:r>
              <a:rPr lang="en-US" sz="2400" dirty="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openai</a:t>
            </a:r>
            <a:endParaRPr lang="en-US" sz="24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pip install </a:t>
            </a:r>
            <a:r>
              <a:rPr lang="en-US" sz="2400" dirty="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tavily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-python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pip install python-</a:t>
            </a:r>
            <a:r>
              <a:rPr lang="en-US" sz="2400" dirty="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dotenv</a:t>
            </a:r>
            <a:endParaRPr lang="en-US" sz="24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ECB8969-C391-49CD-9374-CFD8DA827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424310" cy="909637"/>
          </a:xfrm>
        </p:spPr>
        <p:txBody>
          <a:bodyPr/>
          <a:lstStyle/>
          <a:p>
            <a:r>
              <a:rPr lang="en-US" sz="4400" b="1" dirty="0"/>
              <a:t>AI Agents for Report Generation</a:t>
            </a:r>
          </a:p>
        </p:txBody>
      </p:sp>
    </p:spTree>
    <p:extLst>
      <p:ext uri="{BB962C8B-B14F-4D97-AF65-F5344CB8AC3E}">
        <p14:creationId xmlns:p14="http://schemas.microsoft.com/office/powerpoint/2010/main" val="4191262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FC41B2A-81E4-4DDC-8296-037A44486E7D}"/>
              </a:ext>
            </a:extLst>
          </p:cNvPr>
          <p:cNvSpPr/>
          <p:nvPr/>
        </p:nvSpPr>
        <p:spPr>
          <a:xfrm>
            <a:off x="460467" y="1854870"/>
            <a:ext cx="10687145" cy="658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i="1" u="sng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to Look For in the Output (</a:t>
            </a:r>
            <a:r>
              <a:rPr lang="en-US" sz="2800" b="1" i="1" u="sng" dirty="0">
                <a:solidFill>
                  <a:srgbClr val="2C2C2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project generates) :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C424B1C-44A2-449A-BE88-D10AC9150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424310" cy="909637"/>
          </a:xfrm>
        </p:spPr>
        <p:txBody>
          <a:bodyPr/>
          <a:lstStyle/>
          <a:p>
            <a:r>
              <a:rPr lang="en-US" sz="4400" b="1" dirty="0"/>
              <a:t>AI Agents for Report Generation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5B6BB5E-9889-4A0B-9533-B361343E85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1636081"/>
              </p:ext>
            </p:extLst>
          </p:nvPr>
        </p:nvGraphicFramePr>
        <p:xfrm>
          <a:off x="695323" y="3731942"/>
          <a:ext cx="10764838" cy="2953134"/>
        </p:xfrm>
        <a:graphic>
          <a:graphicData uri="http://schemas.openxmlformats.org/drawingml/2006/table">
            <a:tbl>
              <a:tblPr/>
              <a:tblGrid>
                <a:gridCol w="5382419">
                  <a:extLst>
                    <a:ext uri="{9D8B030D-6E8A-4147-A177-3AD203B41FA5}">
                      <a16:colId xmlns:a16="http://schemas.microsoft.com/office/drawing/2014/main" val="3390739348"/>
                    </a:ext>
                  </a:extLst>
                </a:gridCol>
                <a:gridCol w="5382419">
                  <a:extLst>
                    <a:ext uri="{9D8B030D-6E8A-4147-A177-3AD203B41FA5}">
                      <a16:colId xmlns:a16="http://schemas.microsoft.com/office/drawing/2014/main" val="19310864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>
                          <a:solidFill>
                            <a:srgbClr val="2C2C2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>
                          <a:solidFill>
                            <a:srgbClr val="2C2C2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7429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>
                          <a:solidFill>
                            <a:srgbClr val="2C2C2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Research Agent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rgbClr val="2C2C2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Detailed research notes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0200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rgbClr val="2C2C2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Summary Agent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>
                          <a:solidFill>
                            <a:srgbClr val="2C2C2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Short summarized notes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917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>
                          <a:solidFill>
                            <a:srgbClr val="2C2C2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Writing Agent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rgbClr val="2C2C2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Draft report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6405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>
                          <a:solidFill>
                            <a:srgbClr val="2C2C2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Review Agent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>
                          <a:solidFill>
                            <a:srgbClr val="2C2C2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Final polished report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412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>
                          <a:solidFill>
                            <a:srgbClr val="2C2C2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Report Manager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rgbClr val="2C2C2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Coordinates all agents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3112714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85D11CAB-AFA2-4057-B030-3FF2E8AF70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919" y="2753491"/>
            <a:ext cx="8554586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internally produces these intermediate AI outputs: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9261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719" name="think-cell Slide" r:id="rId5" imgW="383" imgH="384" progId="TCLayout.ActiveDocument.1">
                  <p:embed/>
                </p:oleObj>
              </mc:Choice>
              <mc:Fallback>
                <p:oleObj name="think-cell Slide" r:id="rId5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63540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3045&quot;&gt;&lt;version val=&quot;24188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EE4P_LANGUAGE_ID" val="1033"/>
  <p:tag name="EE4P_STYLE_ID" val="2xL11tvi"/>
  <p:tag name="EE4P_STYLE_NAME" val="SDAIA Grid 16:9 English"/>
  <p:tag name="EE4P_AGENDAWIZARD" val="&lt;ee4p&gt;&lt;layouts&gt;&lt;layout name=&quot;Section Header&quot; id=&quot;227_1-1&quot;&gt;&lt;standard&gt;&lt;textframe horizontalAnchor=&quot;1&quot; marginBottom=&quot;0&quot; marginLeft=&quot;0&quot; marginRight=&quot;0&quot; marginTop=&quot;0&quot; orientation=&quot;1&quot; verticalAnchor=&quot;1&quot; /&gt;&lt;font name=&quot;Arial&quot; bold=&quot;0&quot; italic=&quot;0&quot; color=&quot;#ffffff&quot; /&gt;&lt;paragraphformat firstLineIndent=&quot;0&quot; leftIndent=&quot;0&quot; rightIndent=&quot;0&quot; lineRuleBefore=&quot;&quot; lineRuleWithin=&quot;&quot; lineRuleAfter=&quot;&quot; spaceBefore=&quot;&quot; spaceWithin=&quot;&quot; spaceAfter=&quot;&quot; /&gt;&lt;fill visible=&quot;0&quot; /&gt;&lt;line visible=&quot;0&quot; /&gt;&lt;bulletformat visible=&quot;0&quot; /&gt;&lt;/standard&gt;&lt;agenda name=&quot;&quot; title=&quot;&quot; subtitle=&quot;&quot; sizingModeId=&quot;1&quot; fontSize=&quot;24&quot; fontSizeAuto=&quot;1&quot; startTime=&quot;540&quot; timeFormatId=&quot;1&quot; startItemNo=&quot;1&quot; createSingleAgendaSlide=&quot;1&quot; createSeparatingSlides=&quot;1&quot; createBackupSlide=&quot;1&quot; /&gt;&lt;columns&gt;&lt;column field=&quot;itemno&quot; label=&quot;No.&quot; checked=&quot;0&quot; leftSpacing=&quot;0&quot; rightSpacing=&quot;0&quot; dock=&quot;1&quot; fixedWidth=&quot;51.87527&quot; /&gt;&lt;column field=&quot;topic&quot; label=&quot;Topic&quot; leftSpacing=&quot;0&quot; rightDistribute=&quot;1&quot; dock=&quot;1&quot; /&gt;&lt;column field=&quot;responsible&quot; label=&quot;Responsible&quot; visible=&quot;0&quot; checked=&quot;0&quot; leftSpacing=&quot;10&quot; rightDistribute=&quot;1&quot; dock=&quot;1&quot; /&gt;&lt;column field=&quot;freecolumn&quot; label=&quot;&quot; visible=&quot;0&quot; checked=&quot;0&quot; leftSpacing=&quot;10&quot; rightDistribute=&quot;1&quot; dock=&quot;1&quot; /&gt;&lt;column field=&quot;timeslot&quot; label=&quot;Time Slot&quot; visible=&quot;1&quot; checked=&quot;0&quot; leftSpacing=&quot;34&quot; rightSpacing=&quot;0&quot; dock=&quot;2&quot; /&gt;&lt;column field=&quot;pageno&quot; label=&quot;Page No.&quot; visible=&quot;0&quot; checked=&quot;0&quot; leftSpacing=&quot;34&quot; rightSpacing=&quot;0&quot; dock=&quot;2&quot; /&gt;&lt;/columns&gt;&lt;position left=&quot;395.4111&quot; top=&quot;116.9109&quot; width=&quot;515.0769&quot; height=&quot;345.2203&quot; /&gt;&lt;!--&#10;      &lt;subtitle&gt;&#10;      &#10;        &lt;position left=&quot;197.597&quot; top=&quot;369.3848&quot; width=&quot;123.634&quot; height=&quot;115.6044&quot; autoshape=&quot;1&quot; rotation=&quot;0&quot; /&gt;&#10;        &lt;line visible=&quot;1&quot; weight=&quot;0.75&quot; style=&quot;1&quot; dashStyle=&quot;1&quot; foreColor=&quot;14&quot; /&gt;&#10;        &lt;fill visible=&quot;0&quot; /&gt;&#10;        &lt;textframe horizontalAnchor=&quot;1&quot; verticalAnchor=&quot;1&quot; orientation=&quot;1&quot; wordWrap=&quot;1&quot; autoSize=&quot;0&quot; marginLeft=&quot;8.503937&quot; marginRight=&quot;0&quot; marginTop=&quot;14.17323&quot; marginBottom=&quot;0&quot; /&gt;&#10;        &lt;paragraphformat alignment=&quot;1&quot; lineRuleBefore=&quot;0&quot; lineRuleWithin=&quot;1&quot; lineRuleAfter=&quot;0&quot; spaceBefore=&quot;0&quot; spaceWithin=&quot;0.95&quot; spaceAfter=&quot;0&quot; /&gt;&#10;        &lt;font name=&quot;Arial&quot; size=&quot;10&quot; bold=&quot;0&quot; italic=&quot;0&quot; underlineStyle=&quot;0&quot; color=&quot;#ffffff&quot; spacing=&quot;0&quot; kerning=&quot;12&quot; /&gt;&#10;      &#10;      &lt;/subtitle&gt;&#10;      --&gt;&lt;settings allowedSizingModeIds=&quot;1|2&quot; allowedFontSizes=&quot;8|9|10.5|11|12|14|16|18|20|22|24&quot; allowedTimeFormatIds=&quot;1|2|3&quot; slideLayout=&quot;11&quot; customLayoutName=&quot;Blank green|Presentation¦Blank green&quot; customLayoutIndex=&quot;&quot; showBreak=&quot;0&quot; singleAgendaSlideSelected=&quot;0&quot; backupSlideTitle=&quot;Unused Slides&quot; topMargin=&quot;0&quot; leftMargin=&quot;0&quot; allowedLevels=&quot;2&quot; itemNoFormats=&quot;{1}¦{1}.{2}¦{3:alphaLC}¦{3:alphaLC}.{4:alphaLC}&quot; customLayoutNameBackup=&quot;Special gray|Presentation¦Special gray&quot; titlePrompt=&quot;Insert Title&quot; namePrompt=&quot;Insert Date&quot; /&gt;&lt;cases&gt;&lt;case level=&quot;1&quot; single=&quot;1&quot; break=&quot;0&quot; topMinSpacing=&quot;5&quot; topMaxSpacing=&quot;15&quot; bottomMinSpacing=&quot;0&quot; bottomMaxSpacing=&quot;0&quot;&gt;&lt;element field=&quot;topic&quot; type=&quot;autoshape&quot; autoShapeType=&quot;1&quot;&gt;&lt;paragraphformat alignment=&quot;1&quot; lineRuleBefore=&quot;0&quot; lineRuleWithin=&quot;1&quot; lineRuleAfter=&quot;0&quot; spaceBefore=&quot;6&quot; spaceWithin=&quot;1.1&quot; spaceAfter=&quot;3&quot; /&gt;&lt;textframe marginLeft=&quot;0&quot; /&gt;&lt;/element&gt;&lt;element field=&quot;responsible&quot; type=&quot;autoshape&quot; autoShapeType=&quot;1&quot;&gt;&lt;paragraphformat alignment=&quot;1&quot; lineRuleBefore=&quot;0&quot; lineRuleWithin=&quot;1&quot; lineRuleAfter=&quot;0&quot; spaceBefore=&quot;6&quot; spaceWithin=&quot;1.1&quot; spaceAfter=&quot;3&quot; /&gt;&lt;/element&gt;&lt;element field=&quot;freecolumn&quot; type=&quot;autoshape&quot; autoShapeType=&quot;1&quot;&gt;&lt;paragraphformat alignment=&quot;1&quot; lineRuleBefore=&quot;0&quot; lineRuleWithin=&quot;1&quot; lineRuleAfter=&quot;0&quot; spaceBefore=&quot;6&quot; spaceWithin=&quot;1.1&quot; spaceAfter=&quot;3&quot; /&gt;&lt;/element&gt;&lt;element field=&quot;timeslot&quot; type=&quot;autoshape&quot; autoShapeType=&quot;1&quot;&gt;&lt;paragraphformat alignment=&quot;1&quot; lineRuleBefore=&quot;0&quot; lineRuleWithin=&quot;1&quot; lineRuleAfter=&quot;0&quot; spaceBefore=&quot;6&quot; spaceWithin=&quot;1.1&quot; spaceAfter=&quot;3&quot; /&gt;&lt;/element&gt;&lt;element field=&quot;pageno&quot; type=&quot;autoshape&quot; autoShapeType=&quot;1&quot;&gt;&lt;paragraphformat alignment=&quot;3&quot; /&gt;&lt;/element&gt;&lt;/case&gt;&lt;case level=&quot;2&quot; single=&quot;1&quot; break=&quot;0&quot; topMinSpacing=&quot;4&quot; topMaxSpacing=&quot;4&quot; bottomMinSpacing=&quot;0&quot; bottomMaxSpacing=&quot;0&quot;&gt;&lt;element field=&quot;topic&quot; type=&quot;autoshape&quot; autoShapeType=&quot;1&quot;&gt;&lt;paragraphformat alignment=&quot;1&quot; lineRuleBefore=&quot;0&quot; lineRuleWithin=&quot;1&quot; lineRuleAfter=&quot;0&quot; spaceBefore=&quot;6&quot; spaceWithin=&quot;1.1&quot; spaceAfter=&quot;3&quot; /&gt;&lt;textframe marginLeft=&quot;0&quot; /&gt;&lt;font relativeSize=&quot;0.75&quot; /&gt;&lt;/element&gt;&lt;element field=&quot;responsible&quot; type=&quot;autoshape&quot; autoShapeType=&quot;1&quot;&gt;&lt;paragraphformat alignment=&quot;1&quot; lineRuleBefore=&quot;0&quot; lineRuleWithin=&quot;1&quot; lineRuleAfter=&quot;0&quot; spaceBefore=&quot;6&quot; spaceWithin=&quot;1.1&quot; spaceAfter=&quot;3&quot; /&gt;&lt;font relativeSize=&quot;0.75&quot; /&gt;&lt;/element&gt;&lt;element field=&quot;freecolumn&quot; type=&quot;autoshape&quot; autoShapeType=&quot;1&quot;&gt;&lt;paragraphformat alignment=&quot;1&quot; lineRuleBefore=&quot;0&quot; lineRuleWithin=&quot;1&quot; lineRuleAfter=&quot;0&quot; spaceBefore=&quot;6&quot; spaceWithin=&quot;1.1&quot; spaceAfter=&quot;3&quot; /&gt;&lt;font relativeSize=&quot;0.75&quot; /&gt;&lt;/element&gt;&lt;element field=&quot;timeslot&quot; type=&quot;autoshape&quot; autoShapeType=&quot;1&quot;&gt;&lt;paragraphformat alignment=&quot;1&quot; lineRuleBefore=&quot;0&quot; lineRuleWithin=&quot;1&quot; lineRuleAfter=&quot;0&quot; spaceBefore=&quot;6&quot; spaceWithin=&quot;1.1&quot; spaceAfter=&quot;3&quot; /&gt;&lt;font relativeSize=&quot;0.75&quot; /&gt;&lt;/element&gt;&lt;element field=&quot;pageno&quot; type=&quot;autoshape&quot; autoShapeType=&quot;1&quot;&gt;&lt;paragraphformat alignment=&quot;3&quot; /&gt;&lt;font relativeSize=&quot;0.75&quot; /&gt;&lt;/element&gt;&lt;/case&gt;&lt;/cases&gt;&lt;elements&gt;&lt;element type=&quot;autoshape&quot; autoShapeType=&quot;1&quot; value=&quot;%agendaTitle%&quot; slideType=&quot;1&quot;&gt;&lt;position left=&quot;-345.68251&quot; top=&quot;-45.376146&quot; width=&quot;271.5024&quot; height=&quot;274.7323&quot; autoshape=&quot;1&quot; rotation=&quot;0&quot; /&gt;&lt;line visible=&quot;1&quot; weight=&quot;0.75&quot; style=&quot;1&quot; dashStyle=&quot;1&quot; foreColor=&quot;#ffffff&quot; /&gt;&lt;fill visible=&quot;0&quot; /&gt;&lt;textframe horizontalAnchor=&quot;1&quot; verticalAnchor=&quot;1&quot; orientation=&quot;1&quot; wordWrap=&quot;1&quot; autoSize=&quot;0&quot; marginLeft=&quot;0&quot; marginRight=&quot;0&quot; marginTop=&quot;19.84252&quot; marginBottom=&quot;0&quot; /&gt;&lt;paragraphformat alignment=&quot;2&quot; lineRuleBefore=&quot;0&quot; lineRuleWithin=&quot;1&quot; lineRuleAfter=&quot;0&quot; spaceBefore=&quot;0&quot; spaceWithin=&quot;0.95&quot; spaceAfter=&quot;0&quot; /&gt;&lt;font name=&quot;Arial&quot; size=&quot;54&quot; bold=&quot;0&quot; italic=&quot;0&quot; underlineStyle=&quot;0&quot; color=&quot;#ffffff&quot; spacing=&quot;0&quot; kerning=&quot;12&quot; /&gt;&lt;/element&gt;&lt;element type=&quot;autoshape&quot; autoShapeType=&quot;1&quot; value=&quot;%agendaName%&quot; slideType=&quot;1&quot;&gt;&lt;position left=&quot;-197.81411&quot; top=&quot;252.473934&quot; width=&quot;123.634&quot; height=&quot;115.6044&quot; autoshape=&quot;1&quot; rotation=&quot;0&quot; /&gt;&lt;line visible=&quot;1&quot; weight=&quot;0.75&quot; style=&quot;1&quot; dashStyle=&quot;1&quot; foreColor=&quot;#ffffff&quot; /&gt;&lt;fill visible=&quot;0&quot; /&gt;&lt;textframe horizontalAnchor=&quot;1&quot; verticalAnchor=&quot;1&quot; orientation=&quot;1&quot; wordWrap=&quot;1&quot; autoSize=&quot;0&quot; marginLeft=&quot;8.503937&quot; marginRight=&quot;0&quot; marginTop=&quot;14.17323&quot; marginBottom=&quot;0&quot; /&gt;&lt;paragraphformat alignment=&quot;1&quot; lineRuleBefore=&quot;0&quot; lineRuleWithin=&quot;1&quot; lineRuleAfter=&quot;0&quot; spaceBefore=&quot;0&quot; spaceWithin=&quot;0.95&quot; spaceAfter=&quot;0&quot; /&gt;&lt;font name=&quot;Arial&quot; size=&quot;10&quot; bold=&quot;0&quot; italic=&quot;0&quot; underlineStyle=&quot;0&quot; color=&quot;#ffffff&quot; spacing=&quot;0&quot; kerning=&quot;12&quot; /&gt;&lt;/element&gt;&lt;element type=&quot;autoshape&quot; autoShapeType=&quot;1&quot; value=&quot;&quot; slideType=&quot;1&quot;&gt;&lt;position left=&quot;-286.10831&quot; top=&quot;252.473934&quot; width=&quot;73.17614&quot; height=&quot;78.41528&quot; autoshape=&quot;1&quot; rotation=&quot;0&quot; /&gt;&lt;line visible=&quot;1&quot; weight=&quot;0.75&quot; style=&quot;1&quot; dashStyle=&quot;1&quot; foreColor=&quot;#ffffff&quot; /&gt;&lt;fill visible=&quot;0&quot; /&gt;&lt;/element&gt;&lt;element type=&quot;autoshape&quot; autoShapeType=&quot;1&quot; value=&quot;&quot; slideType=&quot;2&quot;&gt;&lt;position left=&quot;-294.2502816&quot; top=&quot;-4.4596064&quot; width=&quot;74.61984&quot; height=&quot;74.61984&quot; autoshape=&quot;1&quot; rotation=&quot;0&quot; /&gt;&lt;line visible=&quot;1&quot; weight=&quot;0.75&quot; style=&quot;1&quot; dashStyle=&quot;1&quot; foreColor=&quot;#ffffff&quot; /&gt;&lt;fill visible=&quot;0&quot; /&gt;&lt;/element&gt;&lt;element type=&quot;autoshape&quot; autoShapeType=&quot;1&quot; value=&quot;%topic%&quot; slideType=&quot;2&quot;&gt;&lt;position left=&quot;-294.2502816&quot; top=&quot;93.1711075&quot; width=&quot;758.6493&quot; height=&quot;252.2583&quot; autoshape=&quot;1&quot; rotation=&quot;0&quot; /&gt;&lt;line visible=&quot;1&quot; weight=&quot;0.75&quot; style=&quot;1&quot; dashStyle=&quot;1&quot; foreColor=&quot;#ffffff&quot; /&gt;&lt;fill visible=&quot;0&quot; /&gt;&lt;textframe horizontalAnchor=&quot;1&quot; verticalAnchor=&quot;4&quot; orientation=&quot;1&quot; wordWrap=&quot;1&quot; autoSize=&quot;0&quot; marginLeft=&quot;21.6&quot; marginRight=&quot;21.6&quot; marginTop=&quot;21.6&quot; marginBottom=&quot;10.8&quot; /&gt;&lt;paragraphformat alignment=&quot;1&quot; lineRuleBefore=&quot;0&quot; lineRuleWithin=&quot;0&quot; lineRuleAfter=&quot;0&quot; spaceBefore=&quot;0&quot; spaceWithin=&quot;60&quot; spaceAfter=&quot;0&quot; /&gt;&lt;font name=&quot;Arial&quot; size=&quot;54&quot; bold=&quot;0&quot; italic=&quot;0&quot; underlineStyle=&quot;0&quot; color=&quot;#ffffff&quot; spacing=&quot;0&quot; kerning=&quot;12&quot; /&gt;&lt;/element&gt;&lt;/elements&gt;&lt;/layout&gt;&lt;/layouts&gt;&lt;contents&gt;&lt;agenda name=&quot;&quot; title=&quot;&quot; subtitle=&quot;&quot; sizingModeId=&quot;1&quot; fontSize=&quot;24&quot; fontSizeAuto=&quot;1&quot; startTime=&quot;540&quot; timeFormatId=&quot;1&quot; startItemNo=&quot;1&quot; createSingleAgendaSlide=&quot;1&quot; createSeparatingSlides=&quot;1&quot; createBackupSlide=&quot;1&quot; layoutId=&quot;227_1-1&quot; createSections=&quot;0&quot;&gt;&lt;columns&gt;&lt;column field=&quot;itemno&quot; label=&quot;No.&quot; checked=&quot;0&quot; leftSpacing=&quot;0&quot; rightSpacing=&quot;0&quot; dock=&quot;1&quot; fixedWidth=&quot;51.87527&quot; /&gt;&lt;column field=&quot;topic&quot; label=&quot;Topic&quot; leftSpacing=&quot;0&quot; rightDistribute=&quot;1&quot; dock=&quot;1&quot; /&gt;&lt;column field=&quot;responsible&quot; label=&quot;Responsible&quot; visible=&quot;0&quot; checked=&quot;0&quot; leftSpacing=&quot;10&quot; rightDistribute=&quot;1&quot; dock=&quot;1&quot; /&gt;&lt;column field=&quot;freecolumn&quot; label=&quot;&quot; visible=&quot;0&quot; checked=&quot;0&quot; leftSpacing=&quot;10&quot; rightDistribute=&quot;1&quot; dock=&quot;1&quot; /&gt;&lt;column field=&quot;timeslot&quot; label=&quot;Time Slot&quot; visible=&quot;1&quot; checked=&quot;0&quot; leftSpacing=&quot;34&quot; rightSpacing=&quot;0&quot; dock=&quot;2&quot; /&gt;&lt;column field=&quot;pageno&quot; label=&quot;Page No.&quot; visible=&quot;0&quot; checked=&quot;0&quot; leftSpacing=&quot;34&quot; rightSpacing=&quot;0&quot; dock=&quot;2&quot; /&gt;&lt;/columns&gt;&lt;items /&gt;&lt;/agenda&gt;&lt;/contents&gt;&lt;/ee4p&gt;"/>
  <p:tag name="EE4P_MASTERWIZARD_DRAFT" val="1"/>
  <p:tag name="EE4P_MASTERWIZARD_MARGINS" val="0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3u26xgoHsfKBGVd4NeDk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9di3hBJNQwTSWXXMgfJR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ixjIWBFbghWqpIMmSUgj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ixjIWBFbghWqpIMmSUgj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t2aINs7O0LeNwomu4S7J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0q4pdI85KxEp8A10Cqj9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yXjewH6m3kLN5vHIEDdG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TrdVxDyQwKmWmLQZjOyh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7FZqGw6JWOU2QdQT9ZQ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BR2bJG5unlM01AGVFM.c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hArv6YSnVSrwvZAJXmp7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SJxocg3LQmrJzEdDGhJW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5tdzlG.pDawxhE1fo46S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2qY4_d4Pc682dnAybFOt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Tn9K7pWAQ5AqGnu1HAvDg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mWXTdTobFlCV7UeRK8.V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h2NFYtf9pR7rYKpQOVBRQ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GYIBx4b7WRPy96EPoPdPQ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g6b773h1174nHcBhJlRw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vyFxjk9My.rX1wXa288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nHDzhK924qVjkOiKPbmsw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jZIT_PIqOpoxFSkakh53w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I2fOT6Zsh6QAUJocZTxa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gzEO9aYE3ibn9Q3Ji9WAw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9di3hBJNQwTSWXXMgfJR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uWFAaMmVl7WEmwj3dV9bQ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tWirTc5J59wgUkBtV6SM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mJFato_7QwzD9ykZoVA4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JOm7LKrXqmWkQh0HkADXA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JNqD0U5dPiFAJrbIun.2w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fiHn7WSs5QlOamn6NLhow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jB0vFvTtDrvX9bBbksXw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SqELpw2Miv1Os3OcIu33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jIF8zjFYVtP.CxMCekQB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aZAIQAY1GIHZB0ao5GSOw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Hb51OnDYtph6wWyoMMjNA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4kMqUdBByrULOZTf3bz4A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9IfYaTTSYO91uyNqD0qmQ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nMnoBEIfMicXLbRD5EnAQ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YuY_JHAt3XM7odl1LNeEg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BAFgafNTZ.lH7gQVXxzMw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px_soVwWqJBE4IItJ466w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9dAkIUGhgMKUYRUHzHJaw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QTtQpk_RbfPxyyKWet9og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element"/>
  <p:tag name="EE4P_AGENDAWIZARD_CONTENT" val="/DATE"/>
  <p:tag name="EE4P_AGENDAWIZARD_PROPERTIES" val="197.597/369.3848/123.634/115.6044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element"/>
  <p:tag name="EE4P_AGENDAWIZARD_CONTENT" val="/DATE"/>
  <p:tag name="EE4P_AGENDAWIZARD_PROPERTIES" val="197.597/369.3848/123.634/115.6044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عام"/>
  <p:tag name="BJHEADERFOOTERTEXTMARKING" val="عام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عام"/>
  <p:tag name="BJHEADERFOOTERTEXTMARKING" val="عام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عام"/>
  <p:tag name="BJHEADERFOOTERTEXTMARKING" val="عام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عام"/>
  <p:tag name="BJHEADERFOOTERTEXTMARKING" val="عام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عام"/>
  <p:tag name="BJHEADERFOOTERTEXTMARKING" val="عام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عام"/>
  <p:tag name="BJHEADERFOOTERTEXTMARKING" val="عام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عام"/>
  <p:tag name="BJHEADERFOOTERTEXTMARKING" val="عام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عام"/>
  <p:tag name="BJHEADERFOOTERTEXTMARKING" val="عام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عام"/>
  <p:tag name="BJHEADERFOOTERTEXTMARKING" val="عام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عام"/>
  <p:tag name="BJHEADERFOOTERTEXTMARKING" val="عام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عام"/>
  <p:tag name="BJHEADERFOOTERTEXTMARKING" val="عام"/>
</p:tagLst>
</file>

<file path=ppt/theme/theme1.xml><?xml version="1.0" encoding="utf-8"?>
<a:theme xmlns:a="http://schemas.openxmlformats.org/drawingml/2006/main" name="SDAIA Grid 16:9 English">
  <a:themeElements>
    <a:clrScheme name="SDAIA">
      <a:dk1>
        <a:srgbClr val="696969"/>
      </a:dk1>
      <a:lt1>
        <a:srgbClr val="FFFFFF"/>
      </a:lt1>
      <a:dk2>
        <a:srgbClr val="273370"/>
      </a:dk2>
      <a:lt2>
        <a:srgbClr val="FFFFFF"/>
      </a:lt2>
      <a:accent1>
        <a:srgbClr val="131938"/>
      </a:accent1>
      <a:accent2>
        <a:srgbClr val="1D2654"/>
      </a:accent2>
      <a:accent3>
        <a:srgbClr val="FCBD4C"/>
      </a:accent3>
      <a:accent4>
        <a:srgbClr val="94A0DA"/>
      </a:accent4>
      <a:accent5>
        <a:srgbClr val="8C8C8C"/>
      </a:accent5>
      <a:accent6>
        <a:srgbClr val="33CC99"/>
      </a:accent6>
      <a:hlink>
        <a:srgbClr val="0563C1"/>
      </a:hlink>
      <a:folHlink>
        <a:srgbClr val="0563C1"/>
      </a:folHlink>
    </a:clrScheme>
    <a:fontScheme name="sdaia">
      <a:majorFont>
        <a:latin typeface="Markazi Text SemiBold"/>
        <a:ea typeface=""/>
        <a:cs typeface="Markazi Text SemiBold"/>
      </a:majorFont>
      <a:minorFont>
        <a:latin typeface="Markazi Text"/>
        <a:ea typeface=""/>
        <a:cs typeface="Markazi Text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273370"/>
        </a:solidFill>
        <a:ln w="9525" cap="rnd" cmpd="sng" algn="ctr">
          <a:noFill/>
          <a:prstDash val="solid"/>
          <a:round/>
          <a:headEnd type="none" w="med" len="med"/>
          <a:tailEnd type="none" w="med" len="med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>
            <a:solidFill>
              <a:srgbClr val="FFFFFF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rgbClr val="9A9A9A"/>
          </a:solidFill>
          <a:prstDash val="solid"/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9525" cap="rnd">
          <a:noFill/>
          <a:prstDash val="solid"/>
          <a:round/>
        </a:ln>
        <a:extLst>
          <a:ext uri="{909E8E84-426E-40DD-AFC4-6F175D3DCCD1}">
            <a14:hiddenFill xmlns:a14="http://schemas.microsoft.com/office/drawing/2010/main">
              <a:solidFill>
                <a:srgbClr val="29BA74"/>
              </a:solidFill>
            </a14:hiddenFill>
          </a:ext>
        </a:extLst>
      </a:spPr>
      <a:bodyPr rot="0" spcFirstLastPara="0" vertOverflow="overflow" horzOverflow="overflow" vert="horz" wrap="none" lIns="91440" tIns="45720" rIns="91440" bIns="45720" numCol="1" spcCol="0" rtlCol="1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/>
  <a:custClrLst>
    <a:custClr name="Custom Color">
      <a:srgbClr val="37373A"/>
    </a:custClr>
    <a:custClr name="Custom Color">
      <a:srgbClr val="2E3558"/>
    </a:custClr>
    <a:custClr name="Custom Color">
      <a:srgbClr val="30C1D7"/>
    </a:custClr>
    <a:custClr name="Custom Color">
      <a:srgbClr val="670F31"/>
    </a:custClr>
    <a:custClr name="Custom Color">
      <a:srgbClr val="E71C57"/>
    </a:custClr>
  </a:custClrLst>
  <a:extLst>
    <a:ext uri="{05A4C25C-085E-4340-85A3-A5531E510DB2}">
      <thm15:themeFamily xmlns:thm15="http://schemas.microsoft.com/office/thememl/2012/main" name="القالب الموحد للتقارير - انجليزي" id="{F4BCF3C1-55B2-4D56-AB6C-6B144D392248}" vid="{BCB58C9C-2A93-4F60-8A25-B06268FB9F5C}"/>
    </a:ext>
  </a:extLst>
</a:theme>
</file>

<file path=ppt/theme/theme2.xml><?xml version="1.0" encoding="utf-8"?>
<a:theme xmlns:a="http://schemas.openxmlformats.org/drawingml/2006/main" name="Office Theme">
  <a:themeElements>
    <a:clrScheme name="BCG 2015">
      <a:dk1>
        <a:srgbClr val="6E6F73"/>
      </a:dk1>
      <a:lt1>
        <a:sysClr val="window" lastClr="FFFFFF"/>
      </a:lt1>
      <a:dk2>
        <a:srgbClr val="2FC77E"/>
      </a:dk2>
      <a:lt2>
        <a:srgbClr val="E7E7E7"/>
      </a:lt2>
      <a:accent1>
        <a:srgbClr val="03522D"/>
      </a:accent1>
      <a:accent2>
        <a:srgbClr val="197A56"/>
      </a:accent2>
      <a:accent3>
        <a:srgbClr val="E3EE37"/>
      </a:accent3>
      <a:accent4>
        <a:srgbClr val="3EAD92"/>
      </a:accent4>
      <a:accent5>
        <a:srgbClr val="6E6F73"/>
      </a:accent5>
      <a:accent6>
        <a:srgbClr val="295E7E"/>
      </a:accent6>
      <a:hlink>
        <a:srgbClr val="2E3558"/>
      </a:hlink>
      <a:folHlink>
        <a:srgbClr val="670F31"/>
      </a:folHlink>
    </a:clrScheme>
    <a:fontScheme name="BCG Trebuchet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BCG Colors 2015">
      <a:dk1>
        <a:srgbClr val="6E6F73"/>
      </a:dk1>
      <a:lt1>
        <a:sysClr val="window" lastClr="FFFFFF"/>
      </a:lt1>
      <a:dk2>
        <a:srgbClr val="2FC77E"/>
      </a:dk2>
      <a:lt2>
        <a:srgbClr val="E7E7E7"/>
      </a:lt2>
      <a:accent1>
        <a:srgbClr val="03522D"/>
      </a:accent1>
      <a:accent2>
        <a:srgbClr val="197A56"/>
      </a:accent2>
      <a:accent3>
        <a:srgbClr val="E3EE37"/>
      </a:accent3>
      <a:accent4>
        <a:srgbClr val="3EAD92"/>
      </a:accent4>
      <a:accent5>
        <a:srgbClr val="6E6F73"/>
      </a:accent5>
      <a:accent6>
        <a:srgbClr val="295E7E"/>
      </a:accent6>
      <a:hlink>
        <a:srgbClr val="2FC77E"/>
      </a:hlink>
      <a:folHlink>
        <a:srgbClr val="03522D"/>
      </a:folHlink>
    </a:clrScheme>
    <a:fontScheme name="BCG Trebuchet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ategory xmlns="1fbf8189-efa5-44ea-88a5-03d30663fcf2">3</Category>
    <Icon xmlns="1fbf8189-efa5-44ea-88a5-03d30663fcf2">
      <Url xsi:nil="true"/>
      <Description xsi:nil="true"/>
    </Icon>
    <ItemSort xmlns="1fbf8189-efa5-44ea-88a5-03d30663fcf2" xsi:nil="true"/>
    <ShowInSdaiaHubSort xmlns="1fbf8189-efa5-44ea-88a5-03d30663fcf2" xsi:nil="true"/>
    <ShowInSdaiaHub xmlns="1fbf8189-efa5-44ea-88a5-03d30663fcf2">Yes</ShowInSdaiaHub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B9C66F0D9B2D478613CA736C20D80F" ma:contentTypeVersion="7" ma:contentTypeDescription="Create a new document." ma:contentTypeScope="" ma:versionID="f20b51aab6fb4e0242055dc43001b166">
  <xsd:schema xmlns:xsd="http://www.w3.org/2001/XMLSchema" xmlns:xs="http://www.w3.org/2001/XMLSchema" xmlns:p="http://schemas.microsoft.com/office/2006/metadata/properties" xmlns:ns2="1fbf8189-efa5-44ea-88a5-03d30663fcf2" targetNamespace="http://schemas.microsoft.com/office/2006/metadata/properties" ma:root="true" ma:fieldsID="1a86a61878db8357636f8729e38565c2" ns2:_="">
    <xsd:import namespace="1fbf8189-efa5-44ea-88a5-03d30663fcf2"/>
    <xsd:element name="properties">
      <xsd:complexType>
        <xsd:sequence>
          <xsd:element name="documentManagement">
            <xsd:complexType>
              <xsd:all>
                <xsd:element ref="ns2:Category" minOccurs="0"/>
                <xsd:element ref="ns2:Category_x003a_Title" minOccurs="0"/>
                <xsd:element ref="ns2:Category_x003a_ID" minOccurs="0"/>
                <xsd:element ref="ns2:Icon" minOccurs="0"/>
                <xsd:element ref="ns2:ItemSort" minOccurs="0"/>
                <xsd:element ref="ns2:ShowInSdaiaHub" minOccurs="0"/>
                <xsd:element ref="ns2:ShowInSdaiaHubSor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bf8189-efa5-44ea-88a5-03d30663fcf2" elementFormDefault="qualified">
    <xsd:import namespace="http://schemas.microsoft.com/office/2006/documentManagement/types"/>
    <xsd:import namespace="http://schemas.microsoft.com/office/infopath/2007/PartnerControls"/>
    <xsd:element name="Category" ma:index="8" nillable="true" ma:displayName="Category" ma:list="{83a57ca3-87ab-4a0d-9d9c-7ed2ee41f669}" ma:internalName="Category" ma:showField="Title">
      <xsd:simpleType>
        <xsd:restriction base="dms:Lookup"/>
      </xsd:simpleType>
    </xsd:element>
    <xsd:element name="Category_x003a_Title" ma:index="9" nillable="true" ma:displayName="Category:Title" ma:list="{83a57ca3-87ab-4a0d-9d9c-7ed2ee41f669}" ma:internalName="Category_x003a_Title" ma:readOnly="true" ma:showField="Title" ma:web="62cfc31f-9d83-4552-93d2-ad5b7c877465">
      <xsd:simpleType>
        <xsd:restriction base="dms:Lookup"/>
      </xsd:simpleType>
    </xsd:element>
    <xsd:element name="Category_x003a_ID" ma:index="10" nillable="true" ma:displayName="Category:ID" ma:list="{83a57ca3-87ab-4a0d-9d9c-7ed2ee41f669}" ma:internalName="Category_x003a_ID" ma:readOnly="true" ma:showField="ID" ma:web="62cfc31f-9d83-4552-93d2-ad5b7c877465">
      <xsd:simpleType>
        <xsd:restriction base="dms:Lookup"/>
      </xsd:simpleType>
    </xsd:element>
    <xsd:element name="Icon" ma:index="11" nillable="true" ma:displayName="Icon" ma:format="Image" ma:internalName="Icon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temSort" ma:index="12" nillable="true" ma:displayName="ItemSort" ma:internalName="ItemSort">
      <xsd:simpleType>
        <xsd:restriction base="dms:Number">
          <xsd:minInclusive value="1"/>
        </xsd:restriction>
      </xsd:simpleType>
    </xsd:element>
    <xsd:element name="ShowInSdaiaHub" ma:index="13" nillable="true" ma:displayName="ShowInSdaiaHub" ma:default="No" ma:format="Dropdown" ma:internalName="ShowInSdaiaHub">
      <xsd:simpleType>
        <xsd:restriction base="dms:Choice">
          <xsd:enumeration value="No"/>
          <xsd:enumeration value="Yes"/>
        </xsd:restriction>
      </xsd:simpleType>
    </xsd:element>
    <xsd:element name="ShowInSdaiaHubSort" ma:index="14" nillable="true" ma:displayName="ShowInSdaiaHubSort" ma:internalName="ShowInSdaiaHubSort">
      <xsd:simpleType>
        <xsd:restriction base="dms:Number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sisl xmlns:xsd="http://www.w3.org/2001/XMLSchema" xmlns:xsi="http://www.w3.org/2001/XMLSchema-instance" xmlns="http://www.boldonjames.com/2008/01/sie/internal/label" sislVersion="0" policy="70fe81c6-8401-4cfc-9ef6-4071ef5e3673" origin="userSelected">
  <element uid="0552750f-5859-4f24-a10a-0f241d9075eb" value=""/>
</sisl>
</file>

<file path=customXml/itemProps1.xml><?xml version="1.0" encoding="utf-8"?>
<ds:datastoreItem xmlns:ds="http://schemas.openxmlformats.org/officeDocument/2006/customXml" ds:itemID="{1572F12A-C688-4151-ACCF-0041497C9DC1}">
  <ds:schemaRefs>
    <ds:schemaRef ds:uri="http://purl.org/dc/terms/"/>
    <ds:schemaRef ds:uri="http://purl.org/dc/dcmitype/"/>
    <ds:schemaRef ds:uri="http://www.w3.org/XML/1998/namespace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1fbf8189-efa5-44ea-88a5-03d30663fcf2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A0BC5F7C-9EF5-41C8-9435-3A03C5B840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fbf8189-efa5-44ea-88a5-03d30663fc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74025F8-DC2A-437B-8451-4AB0803710C4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4107F5C4-40FC-482C-93FF-21E457D7AFEA}">
  <ds:schemaRefs>
    <ds:schemaRef ds:uri="http://www.w3.org/2001/XMLSchema"/>
    <ds:schemaRef ds:uri="http://www.boldonjames.com/2008/01/sie/internal/lab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القالب الموحد للتقارير - انجليزي</Template>
  <TotalTime>1712</TotalTime>
  <Words>1659</Words>
  <Application>Microsoft Office PowerPoint</Application>
  <PresentationFormat>Widescreen</PresentationFormat>
  <Paragraphs>376</Paragraphs>
  <Slides>50</Slides>
  <Notes>9</Notes>
  <HiddenSlides>0</HiddenSlides>
  <MMClips>0</MMClips>
  <ScaleCrop>false</ScaleCrop>
  <HeadingPairs>
    <vt:vector size="10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50</vt:i4>
      </vt:variant>
      <vt:variant>
        <vt:lpstr>Custom Shows</vt:lpstr>
      </vt:variant>
      <vt:variant>
        <vt:i4>1</vt:i4>
      </vt:variant>
    </vt:vector>
  </HeadingPairs>
  <TitlesOfParts>
    <vt:vector size="62" baseType="lpstr">
      <vt:lpstr>Arial</vt:lpstr>
      <vt:lpstr>Calibri</vt:lpstr>
      <vt:lpstr>DIN Next LT Arabic</vt:lpstr>
      <vt:lpstr>Markazi Text</vt:lpstr>
      <vt:lpstr>Markazi Text SemiBold</vt:lpstr>
      <vt:lpstr>Symbol</vt:lpstr>
      <vt:lpstr>Times New Roman</vt:lpstr>
      <vt:lpstr>Trebuchet MS</vt:lpstr>
      <vt:lpstr>Wingdings</vt:lpstr>
      <vt:lpstr>SDAIA Grid 16:9 English</vt:lpstr>
      <vt:lpstr>think-cell Slide</vt:lpstr>
      <vt:lpstr>Advanced Agentic AI Systems Engineering</vt:lpstr>
      <vt:lpstr>Multi-Agent Systems and Enterprise Architectures</vt:lpstr>
      <vt:lpstr>PowerPoint Presentation</vt:lpstr>
      <vt:lpstr>Multi-agent collaboration </vt:lpstr>
      <vt:lpstr>What is Multi-agent collaboration </vt:lpstr>
      <vt:lpstr>Multi-agent collaboration </vt:lpstr>
      <vt:lpstr>Multi-agent collaboration </vt:lpstr>
      <vt:lpstr>Multi-agent collaboration </vt:lpstr>
      <vt:lpstr>Multi-agent collaboration (Components of a Multi-Agent System)</vt:lpstr>
      <vt:lpstr>Multi-agent collaboration (Components of a Multi-Agent System)</vt:lpstr>
      <vt:lpstr>Multi-agent collaboration (Components of a Multi-Agent System)</vt:lpstr>
      <vt:lpstr>Multi-agent collaboration (Components of a Multi-Agent System)</vt:lpstr>
      <vt:lpstr>Multi-agent collaboration (Types of Multi-Agent Collaboration)</vt:lpstr>
      <vt:lpstr>Multi-agent collaboration (Types of Multi-Agent Collaboration)</vt:lpstr>
      <vt:lpstr>Multi-agent collaboration (Types of Multi-Agent Collaboration)</vt:lpstr>
      <vt:lpstr>Multi-agent collaboration </vt:lpstr>
      <vt:lpstr>Multi-agent collaboration (Architectures of Multi-Agent Systems) </vt:lpstr>
      <vt:lpstr>Multi-agent collaboration (Architectures of Multi-Agent Systems) </vt:lpstr>
      <vt:lpstr>Multi-agent collaboration (Architectures of Multi-Agent Systems) </vt:lpstr>
      <vt:lpstr>Multi-agent collaboration (Multi-Agent Frameworks) </vt:lpstr>
      <vt:lpstr>Multi-agent collaboration</vt:lpstr>
      <vt:lpstr>Distributed AI coordination </vt:lpstr>
      <vt:lpstr>Distributed AI coordination  </vt:lpstr>
      <vt:lpstr>Distributed AI coordination  </vt:lpstr>
      <vt:lpstr>Distributed AI coordination  </vt:lpstr>
      <vt:lpstr>Distributed AI coordination  </vt:lpstr>
      <vt:lpstr>Distributed AI coordination  </vt:lpstr>
      <vt:lpstr>Role-specialized agents </vt:lpstr>
      <vt:lpstr>Role-specialized agents   </vt:lpstr>
      <vt:lpstr>Role-specialized agents   </vt:lpstr>
      <vt:lpstr>Role-specialized agents   </vt:lpstr>
      <vt:lpstr>Role-specialized agents   </vt:lpstr>
      <vt:lpstr>Role-specialized agents   </vt:lpstr>
      <vt:lpstr>Role-specialized agents   </vt:lpstr>
      <vt:lpstr>Role-specialized agents   </vt:lpstr>
      <vt:lpstr>Role-specialized agents   </vt:lpstr>
      <vt:lpstr>Role-specialized agents   </vt:lpstr>
      <vt:lpstr>Role-specialized agents   </vt:lpstr>
      <vt:lpstr>Role-specialized agents   </vt:lpstr>
      <vt:lpstr>Enterprise orchestration architectures </vt:lpstr>
      <vt:lpstr>Enterprise orchestration architectures </vt:lpstr>
      <vt:lpstr>Enterprise orchestration architectures </vt:lpstr>
      <vt:lpstr>Enterprise orchestration architectures </vt:lpstr>
      <vt:lpstr>Enterprise orchestration architectures </vt:lpstr>
      <vt:lpstr>AI Agents for Report Generation</vt:lpstr>
      <vt:lpstr>AI Agents for Report Generation</vt:lpstr>
      <vt:lpstr>AI Agents for Report Generation</vt:lpstr>
      <vt:lpstr>AI Agents for Report Generation</vt:lpstr>
      <vt:lpstr>AI Agents for Report Generation</vt:lpstr>
      <vt:lpstr>PowerPoint Presentation</vt:lpstr>
      <vt:lpstr>Format Guide Workshop</vt:lpstr>
    </vt:vector>
  </TitlesOfParts>
  <Company>The Boston Consulting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 Data Engineering for AI Systems</dc:title>
  <dc:creator>Trainer LearningSpace</dc:creator>
  <cp:keywords>public</cp:keywords>
  <cp:lastModifiedBy>Ahmed Abdelfattah</cp:lastModifiedBy>
  <cp:revision>143</cp:revision>
  <cp:lastPrinted>1999-12-31T16:00:00Z</cp:lastPrinted>
  <dcterms:created xsi:type="dcterms:W3CDTF">2026-05-15T21:31:48Z</dcterms:created>
  <dcterms:modified xsi:type="dcterms:W3CDTF">2026-05-28T23:59:33Z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ormat Name">
    <vt:lpwstr>Grid Format</vt:lpwstr>
  </property>
  <property fmtid="{D5CDD505-2E9C-101B-9397-08002B2CF9AE}" pid="3" name="NXPowerLiteLastOptimized">
    <vt:lpwstr>488649</vt:lpwstr>
  </property>
  <property fmtid="{D5CDD505-2E9C-101B-9397-08002B2CF9AE}" pid="4" name="NXPowerLiteSettings">
    <vt:lpwstr>87000AA0054001</vt:lpwstr>
  </property>
  <property fmtid="{D5CDD505-2E9C-101B-9397-08002B2CF9AE}" pid="5" name="NXPowerLiteVersion">
    <vt:lpwstr>D7.1.8</vt:lpwstr>
  </property>
  <property fmtid="{D5CDD505-2E9C-101B-9397-08002B2CF9AE}" pid="6" name="Template Name">
    <vt:lpwstr>16x9</vt:lpwstr>
  </property>
  <property fmtid="{D5CDD505-2E9C-101B-9397-08002B2CF9AE}" pid="7" name="docIndexRef">
    <vt:lpwstr>7c63872c-3197-456d-b742-0697d38c417b</vt:lpwstr>
  </property>
  <property fmtid="{D5CDD505-2E9C-101B-9397-08002B2CF9AE}" pid="8" name="bjClsUserRVM">
    <vt:lpwstr>[]</vt:lpwstr>
  </property>
  <property fmtid="{D5CDD505-2E9C-101B-9397-08002B2CF9AE}" pid="9" name="bjSaver">
    <vt:lpwstr>yV/Tp1yfirG1AXo6ReVy01wxYy7Lbc11</vt:lpwstr>
  </property>
  <property fmtid="{D5CDD505-2E9C-101B-9397-08002B2CF9AE}" pid="10" name="bjDocumentLabelXML">
    <vt:lpwstr>&lt;?xml version="1.0" encoding="us-ascii"?&gt;&lt;sisl xmlns:xsd="http://www.w3.org/2001/XMLSchema" xmlns:xsi="http://www.w3.org/2001/XMLSchema-instance" sislVersion="0" policy="70fe81c6-8401-4cfc-9ef6-4071ef5e3673" origin="userSelected" xmlns="http://www.boldonj</vt:lpwstr>
  </property>
  <property fmtid="{D5CDD505-2E9C-101B-9397-08002B2CF9AE}" pid="11" name="bjDocumentLabelXML-0">
    <vt:lpwstr>ames.com/2008/01/sie/internal/label"&gt;&lt;element uid="0552750f-5859-4f24-a10a-0f241d9075eb" value="" /&gt;&lt;/sisl&gt;</vt:lpwstr>
  </property>
  <property fmtid="{D5CDD505-2E9C-101B-9397-08002B2CF9AE}" pid="12" name="bjDocumentSecurityLabel">
    <vt:lpwstr>Public - عام</vt:lpwstr>
  </property>
  <property fmtid="{D5CDD505-2E9C-101B-9397-08002B2CF9AE}" pid="13" name="bjSlideMasterFooterText">
    <vt:lpwstr>عام</vt:lpwstr>
  </property>
  <property fmtid="{D5CDD505-2E9C-101B-9397-08002B2CF9AE}" pid="14" name="ContentTypeId">
    <vt:lpwstr>0x010100ECB9C66F0D9B2D478613CA736C20D80F</vt:lpwstr>
  </property>
</Properties>
</file>