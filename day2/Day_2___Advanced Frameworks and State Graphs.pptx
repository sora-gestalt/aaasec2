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heme/theme2.xml" ContentType="application/vnd.openxmlformats-officedocument.theme+xml"/>
  <Override PartName="/ppt/tags/tag121.xml" ContentType="application/vnd.openxmlformats-officedocument.presentationml.tags+xml"/>
  <Override PartName="/ppt/theme/theme3.xml" ContentType="application/vnd.openxmlformats-officedocument.them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2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3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4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5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6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7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8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9.xml" ContentType="application/vnd.openxmlformats-officedocument.presentationml.notesSlide+xml"/>
  <Override PartName="/ppt/tags/tag1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5578" r:id="rId5"/>
  </p:sldMasterIdLst>
  <p:notesMasterIdLst>
    <p:notesMasterId r:id="rId48"/>
  </p:notesMasterIdLst>
  <p:handoutMasterIdLst>
    <p:handoutMasterId r:id="rId49"/>
  </p:handoutMasterIdLst>
  <p:sldIdLst>
    <p:sldId id="256" r:id="rId6"/>
    <p:sldId id="357" r:id="rId7"/>
    <p:sldId id="385" r:id="rId8"/>
    <p:sldId id="386" r:id="rId9"/>
    <p:sldId id="466" r:id="rId10"/>
    <p:sldId id="497" r:id="rId11"/>
    <p:sldId id="467" r:id="rId12"/>
    <p:sldId id="492" r:id="rId13"/>
    <p:sldId id="498" r:id="rId14"/>
    <p:sldId id="499" r:id="rId15"/>
    <p:sldId id="500" r:id="rId16"/>
    <p:sldId id="493" r:id="rId17"/>
    <p:sldId id="494" r:id="rId18"/>
    <p:sldId id="496" r:id="rId19"/>
    <p:sldId id="460" r:id="rId20"/>
    <p:sldId id="507" r:id="rId21"/>
    <p:sldId id="508" r:id="rId22"/>
    <p:sldId id="509" r:id="rId23"/>
    <p:sldId id="510" r:id="rId24"/>
    <p:sldId id="511" r:id="rId25"/>
    <p:sldId id="512" r:id="rId26"/>
    <p:sldId id="513" r:id="rId27"/>
    <p:sldId id="461" r:id="rId28"/>
    <p:sldId id="514" r:id="rId29"/>
    <p:sldId id="515" r:id="rId30"/>
    <p:sldId id="516" r:id="rId31"/>
    <p:sldId id="517" r:id="rId32"/>
    <p:sldId id="521" r:id="rId33"/>
    <p:sldId id="522" r:id="rId34"/>
    <p:sldId id="520" r:id="rId35"/>
    <p:sldId id="465" r:id="rId36"/>
    <p:sldId id="417" r:id="rId37"/>
    <p:sldId id="501" r:id="rId38"/>
    <p:sldId id="502" r:id="rId39"/>
    <p:sldId id="503" r:id="rId40"/>
    <p:sldId id="504" r:id="rId41"/>
    <p:sldId id="505" r:id="rId42"/>
    <p:sldId id="488" r:id="rId43"/>
    <p:sldId id="425" r:id="rId44"/>
    <p:sldId id="426" r:id="rId45"/>
    <p:sldId id="427" r:id="rId46"/>
    <p:sldId id="491" r:id="rId47"/>
  </p:sldIdLst>
  <p:sldSz cx="12192000" cy="6858000"/>
  <p:notesSz cx="7010400" cy="9296400"/>
  <p:custShowLst>
    <p:custShow name="Format Guide Workshop" id="0">
      <p:sldLst/>
    </p:custShow>
  </p:custShowLst>
  <p:custDataLst>
    <p:tags r:id="rId5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273470"/>
    <a:srgbClr val="F2F2F2"/>
    <a:srgbClr val="273370"/>
    <a:srgbClr val="010103"/>
    <a:srgbClr val="C8C8C8"/>
    <a:srgbClr val="BABABA"/>
    <a:srgbClr val="8C8C8C"/>
    <a:srgbClr val="2C397C"/>
    <a:srgbClr val="334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09" autoAdjust="0"/>
    <p:restoredTop sz="96323" autoAdjust="0"/>
  </p:normalViewPr>
  <p:slideViewPr>
    <p:cSldViewPr snapToGrid="0">
      <p:cViewPr varScale="1">
        <p:scale>
          <a:sx n="71" d="100"/>
          <a:sy n="71" d="100"/>
        </p:scale>
        <p:origin x="66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574" y="4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tags" Target="tags/tag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2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41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>
                <a:latin typeface="Arial" panose="020B0604020202020204" pitchFamily="34" charset="0"/>
              </a:rPr>
              <a:t>5/24/2026</a:t>
            </a:fld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829970"/>
            <a:ext cx="701040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pPr algn="ctr"/>
            <a:r>
              <a:rPr lang="ar-SA" sz="800">
                <a:solidFill>
                  <a:srgbClr val="06C258"/>
                </a:solidFill>
                <a:latin typeface="Calibri" panose="020F0502020204030204" pitchFamily="34" charset="0"/>
              </a:rPr>
              <a:t>عام</a:t>
            </a:r>
            <a:endParaRPr lang="en-US" sz="800" dirty="0">
              <a:solidFill>
                <a:srgbClr val="06C25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41" y="8829970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>
                <a:latin typeface="Arial" panose="020B0604020202020204" pitchFamily="34" charset="0"/>
              </a:rPr>
              <a:t>‹#›</a:t>
            </a:fld>
            <a:endParaRPr lang="en-US" sz="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2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" y="4439529"/>
            <a:ext cx="7008778" cy="4856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6" tIns="46588" rIns="93176" bIns="46588"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+mn-ea"/>
              <a:cs typeface="+mn-cs"/>
              <a:sym typeface="+mn-lt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3143" y="3"/>
            <a:ext cx="2954699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5100" y="579438"/>
            <a:ext cx="6662738" cy="374808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3176" tIns="46588" rIns="93176" bIns="46588"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801208"/>
            <a:ext cx="701040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ctr">
              <a:defRPr lang="ar-SA" sz="800" b="0" i="0" u="none">
                <a:solidFill>
                  <a:srgbClr val="06C258"/>
                </a:solidFill>
                <a:latin typeface="Calibri" panose="020F0502020204030204" pitchFamily="34" charset="0"/>
              </a:defRPr>
            </a:lvl1pPr>
          </a:lstStyle>
          <a:p>
            <a:r>
              <a:rPr lang="ar-SA"/>
              <a:t>عام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01208"/>
            <a:ext cx="2945302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1772" y="4745447"/>
            <a:ext cx="6469091" cy="3793564"/>
          </a:xfrm>
          <a:prstGeom prst="rect">
            <a:avLst/>
          </a:prstGeom>
        </p:spPr>
        <p:txBody>
          <a:bodyPr vert="horz" lIns="93176" tIns="46588" rIns="93176" bIns="46588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172" y="0"/>
            <a:ext cx="3037627" cy="466578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F2C7CF5F-7CF3-4DF3-838A-EE34544862CC}" type="datetimeFigureOut">
              <a:rPr lang="en-US" smtClean="0">
                <a:latin typeface="Arial" panose="020B0604020202020204" pitchFamily="34" charset="0"/>
              </a:rPr>
              <a:pPr/>
              <a:t>5/24/2026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9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4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6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8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0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2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6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0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297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790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986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883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14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921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22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161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30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823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37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500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41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17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tags" Target="../tags/tag5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.xml"/><Relationship Id="rId7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8.png"/><Relationship Id="rId2" Type="http://schemas.openxmlformats.org/officeDocument/2006/relationships/tags" Target="../tags/tag2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8.png"/><Relationship Id="rId2" Type="http://schemas.openxmlformats.org/officeDocument/2006/relationships/tags" Target="../tags/tag2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9.xml"/><Relationship Id="rId7" Type="http://schemas.openxmlformats.org/officeDocument/2006/relationships/image" Target="../media/image8.png"/><Relationship Id="rId2" Type="http://schemas.openxmlformats.org/officeDocument/2006/relationships/tags" Target="../tags/tag2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1.xml"/><Relationship Id="rId7" Type="http://schemas.openxmlformats.org/officeDocument/2006/relationships/image" Target="../media/image8.png"/><Relationship Id="rId2" Type="http://schemas.openxmlformats.org/officeDocument/2006/relationships/tags" Target="../tags/tag30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3.xml"/><Relationship Id="rId7" Type="http://schemas.openxmlformats.org/officeDocument/2006/relationships/image" Target="../media/image8.png"/><Relationship Id="rId2" Type="http://schemas.openxmlformats.org/officeDocument/2006/relationships/tags" Target="../tags/tag3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9.png"/><Relationship Id="rId2" Type="http://schemas.openxmlformats.org/officeDocument/2006/relationships/tags" Target="../tags/tag3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7.xml"/><Relationship Id="rId7" Type="http://schemas.openxmlformats.org/officeDocument/2006/relationships/image" Target="../media/image10.png"/><Relationship Id="rId2" Type="http://schemas.openxmlformats.org/officeDocument/2006/relationships/tags" Target="../tags/tag3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39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9.png"/><Relationship Id="rId2" Type="http://schemas.openxmlformats.org/officeDocument/2006/relationships/tags" Target="../tags/tag40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8.bin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3.xml"/><Relationship Id="rId7" Type="http://schemas.openxmlformats.org/officeDocument/2006/relationships/image" Target="../media/image10.png"/><Relationship Id="rId2" Type="http://schemas.openxmlformats.org/officeDocument/2006/relationships/tags" Target="../tags/tag4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9.png"/><Relationship Id="rId2" Type="http://schemas.openxmlformats.org/officeDocument/2006/relationships/tags" Target="../tags/tag4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7.xml"/><Relationship Id="rId7" Type="http://schemas.openxmlformats.org/officeDocument/2006/relationships/image" Target="../media/image10.png"/><Relationship Id="rId2" Type="http://schemas.openxmlformats.org/officeDocument/2006/relationships/tags" Target="../tags/tag4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1.bin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4.bin"/><Relationship Id="rId4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6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g"/><Relationship Id="rId2" Type="http://schemas.openxmlformats.org/officeDocument/2006/relationships/tags" Target="../tags/tag58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tags" Target="../tags/tag61.xml"/><Relationship Id="rId7" Type="http://schemas.openxmlformats.org/officeDocument/2006/relationships/image" Target="../media/image4.png"/><Relationship Id="rId2" Type="http://schemas.openxmlformats.org/officeDocument/2006/relationships/tags" Target="../tags/tag60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5.bin"/><Relationship Id="rId4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6.bin"/><Relationship Id="rId4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7.bin"/><Relationship Id="rId4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8.bin"/><Relationship Id="rId4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image" Target="../media/image8.png"/><Relationship Id="rId2" Type="http://schemas.openxmlformats.org/officeDocument/2006/relationships/tags" Target="../tags/tag7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0.bin"/><Relationship Id="rId4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8.png"/><Relationship Id="rId2" Type="http://schemas.openxmlformats.org/officeDocument/2006/relationships/tags" Target="../tags/tag74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1.bin"/><Relationship Id="rId4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image" Target="../media/image8.png"/><Relationship Id="rId2" Type="http://schemas.openxmlformats.org/officeDocument/2006/relationships/tags" Target="../tags/tag76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9.xml"/><Relationship Id="rId7" Type="http://schemas.openxmlformats.org/officeDocument/2006/relationships/image" Target="../media/image8.png"/><Relationship Id="rId2" Type="http://schemas.openxmlformats.org/officeDocument/2006/relationships/tags" Target="../tags/tag78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0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1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image" Target="../media/image9.png"/><Relationship Id="rId2" Type="http://schemas.openxmlformats.org/officeDocument/2006/relationships/tags" Target="../tags/tag8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34.bin"/><Relationship Id="rId4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image" Target="../media/image10.png"/><Relationship Id="rId2" Type="http://schemas.openxmlformats.org/officeDocument/2006/relationships/tags" Target="../tags/tag84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image" Target="../media/image12.png"/><Relationship Id="rId2" Type="http://schemas.openxmlformats.org/officeDocument/2006/relationships/tags" Target="../tags/tag86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8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image" Target="../media/image9.png"/><Relationship Id="rId2" Type="http://schemas.openxmlformats.org/officeDocument/2006/relationships/tags" Target="../tags/tag89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7.bin"/><Relationship Id="rId4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2.xml"/><Relationship Id="rId7" Type="http://schemas.openxmlformats.org/officeDocument/2006/relationships/image" Target="../media/image10.png"/><Relationship Id="rId2" Type="http://schemas.openxmlformats.org/officeDocument/2006/relationships/tags" Target="../tags/tag91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8.bin"/><Relationship Id="rId4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9.png"/><Relationship Id="rId2" Type="http://schemas.openxmlformats.org/officeDocument/2006/relationships/tags" Target="../tags/tag9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9.bin"/><Relationship Id="rId4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6.xml"/><Relationship Id="rId7" Type="http://schemas.openxmlformats.org/officeDocument/2006/relationships/image" Target="../media/image10.png"/><Relationship Id="rId2" Type="http://schemas.openxmlformats.org/officeDocument/2006/relationships/tags" Target="../tags/tag95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0.bin"/><Relationship Id="rId4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1.bin"/><Relationship Id="rId4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3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3.bin"/><Relationship Id="rId4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4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9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60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6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6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g"/><Relationship Id="rId2" Type="http://schemas.openxmlformats.org/officeDocument/2006/relationships/tags" Target="../tags/tag108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9.xml"/><Relationship Id="rId1" Type="http://schemas.openxmlformats.org/officeDocument/2006/relationships/vmlDrawing" Target="../drawings/vmlDrawing6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4.bin"/><Relationship Id="rId4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2.xml"/><Relationship Id="rId1" Type="http://schemas.openxmlformats.org/officeDocument/2006/relationships/vmlDrawing" Target="../drawings/vmlDrawing6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5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3.xml"/><Relationship Id="rId1" Type="http://schemas.openxmlformats.org/officeDocument/2006/relationships/vmlDrawing" Target="../drawings/vmlDrawing6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4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7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7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0.bin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9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1.bin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l">
              <a:defRPr sz="4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Presentation title goes here</a:t>
            </a:r>
            <a:endParaRPr lang="ar-SA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 goes here</a:t>
            </a:r>
            <a:endParaRPr lang="ar-S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586286"/>
            <a:ext cx="5400675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Isosceles Triangle 25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5323" y="6476827"/>
            <a:ext cx="1465985" cy="25971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i="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SDAIA-F-CRS-100-01-V1</a:t>
            </a:r>
          </a:p>
        </p:txBody>
      </p:sp>
    </p:spTree>
    <p:extLst>
      <p:ext uri="{BB962C8B-B14F-4D97-AF65-F5344CB8AC3E}">
        <p14:creationId xmlns:p14="http://schemas.microsoft.com/office/powerpoint/2010/main" val="169139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0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6038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0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3" name="Isosceles Triangle 2"/>
          <p:cNvSpPr/>
          <p:nvPr userDrawn="1"/>
        </p:nvSpPr>
        <p:spPr>
          <a:xfrm rot="16200000">
            <a:off x="9162691" y="3828690"/>
            <a:ext cx="2078966" cy="3979653"/>
          </a:xfrm>
          <a:prstGeom prst="triangle">
            <a:avLst>
              <a:gd name="adj" fmla="val 0"/>
            </a:avLst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E3DDE4-8BE6-0A47-ACF4-9A7DDD25AB1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1058525" y="5731103"/>
            <a:ext cx="812166" cy="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9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3002185" y="-1"/>
            <a:ext cx="9189814" cy="6858000"/>
            <a:chOff x="0" y="-1"/>
            <a:chExt cx="9189814" cy="6858000"/>
          </a:xfrm>
        </p:grpSpPr>
        <p:sp>
          <p:nvSpPr>
            <p:cNvPr id="9" name="Freeform 8"/>
            <p:cNvSpPr>
              <a:spLocks/>
            </p:cNvSpPr>
            <p:nvPr userDrawn="1"/>
          </p:nvSpPr>
          <p:spPr bwMode="auto">
            <a:xfrm flipH="1">
              <a:off x="0" y="-1"/>
              <a:ext cx="9189814" cy="6858000"/>
            </a:xfrm>
            <a:custGeom>
              <a:avLst/>
              <a:gdLst>
                <a:gd name="connsiteX0" fmla="*/ 0 w 9189814"/>
                <a:gd name="connsiteY0" fmla="*/ 0 h 6858000"/>
                <a:gd name="connsiteX1" fmla="*/ 9189814 w 9189814"/>
                <a:gd name="connsiteY1" fmla="*/ 0 h 6858000"/>
                <a:gd name="connsiteX2" fmla="*/ 9189814 w 9189814"/>
                <a:gd name="connsiteY2" fmla="*/ 6858000 h 6858000"/>
                <a:gd name="connsiteX3" fmla="*/ 2191601 w 9189814"/>
                <a:gd name="connsiteY3" fmla="*/ 6858000 h 6858000"/>
                <a:gd name="connsiteX4" fmla="*/ 2550889 w 9189814"/>
                <a:gd name="connsiteY4" fmla="*/ 6643687 h 6858000"/>
                <a:gd name="connsiteX5" fmla="*/ 2548508 w 9189814"/>
                <a:gd name="connsiteY5" fmla="*/ 6207919 h 6858000"/>
                <a:gd name="connsiteX6" fmla="*/ 2181795 w 9189814"/>
                <a:gd name="connsiteY6" fmla="*/ 6003131 h 6858000"/>
                <a:gd name="connsiteX7" fmla="*/ 2922364 w 9189814"/>
                <a:gd name="connsiteY7" fmla="*/ 5572125 h 6858000"/>
                <a:gd name="connsiteX8" fmla="*/ 3303364 w 9189814"/>
                <a:gd name="connsiteY8" fmla="*/ 5788819 h 6858000"/>
                <a:gd name="connsiteX9" fmla="*/ 3670077 w 9189814"/>
                <a:gd name="connsiteY9" fmla="*/ 5557838 h 6858000"/>
                <a:gd name="connsiteX10" fmla="*/ 3660552 w 9189814"/>
                <a:gd name="connsiteY10" fmla="*/ 3855243 h 6858000"/>
                <a:gd name="connsiteX11" fmla="*/ 3293839 w 9189814"/>
                <a:gd name="connsiteY11" fmla="*/ 3633787 h 6858000"/>
                <a:gd name="connsiteX12" fmla="*/ 3286695 w 9189814"/>
                <a:gd name="connsiteY12" fmla="*/ 2783681 h 6858000"/>
                <a:gd name="connsiteX13" fmla="*/ 3662933 w 9189814"/>
                <a:gd name="connsiteY13" fmla="*/ 2571750 h 6858000"/>
                <a:gd name="connsiteX14" fmla="*/ 3658964 w 9189814"/>
                <a:gd name="connsiteY14" fmla="*/ 2143125 h 6858000"/>
                <a:gd name="connsiteX15" fmla="*/ 2563589 w 9189814"/>
                <a:gd name="connsiteY15" fmla="*/ 1485900 h 6858000"/>
                <a:gd name="connsiteX16" fmla="*/ 2195289 w 9189814"/>
                <a:gd name="connsiteY16" fmla="*/ 1708150 h 6858000"/>
                <a:gd name="connsiteX17" fmla="*/ 1820639 w 9189814"/>
                <a:gd name="connsiteY17" fmla="*/ 1479550 h 6858000"/>
                <a:gd name="connsiteX18" fmla="*/ 1817464 w 9189814"/>
                <a:gd name="connsiteY18" fmla="*/ 1057275 h 6858000"/>
                <a:gd name="connsiteX19" fmla="*/ 0 w 9189814"/>
                <a:gd name="connsiteY19" fmla="*/ 0 h 6858000"/>
                <a:gd name="connsiteX20" fmla="*/ 2925539 w 9189814"/>
                <a:gd name="connsiteY20" fmla="*/ 854076 h 6858000"/>
                <a:gd name="connsiteX21" fmla="*/ 2925539 w 9189814"/>
                <a:gd name="connsiteY21" fmla="*/ 1282701 h 6858000"/>
                <a:gd name="connsiteX22" fmla="*/ 3297014 w 9189814"/>
                <a:gd name="connsiteY22" fmla="*/ 1066801 h 6858000"/>
                <a:gd name="connsiteX23" fmla="*/ 2925539 w 9189814"/>
                <a:gd name="connsiteY23" fmla="*/ 854076 h 6858000"/>
                <a:gd name="connsiteX24" fmla="*/ 4033613 w 9189814"/>
                <a:gd name="connsiteY24" fmla="*/ 1925636 h 6858000"/>
                <a:gd name="connsiteX25" fmla="*/ 4033613 w 9189814"/>
                <a:gd name="connsiteY25" fmla="*/ 2784474 h 6858000"/>
                <a:gd name="connsiteX26" fmla="*/ 4405088 w 9189814"/>
                <a:gd name="connsiteY26" fmla="*/ 2571749 h 6858000"/>
                <a:gd name="connsiteX27" fmla="*/ 4405088 w 9189814"/>
                <a:gd name="connsiteY27" fmla="*/ 2138361 h 6858000"/>
                <a:gd name="connsiteX28" fmla="*/ 4033613 w 9189814"/>
                <a:gd name="connsiteY28" fmla="*/ 1925636 h 6858000"/>
                <a:gd name="connsiteX29" fmla="*/ 3668489 w 9189814"/>
                <a:gd name="connsiteY29" fmla="*/ 2997200 h 6858000"/>
                <a:gd name="connsiteX30" fmla="*/ 3668489 w 9189814"/>
                <a:gd name="connsiteY30" fmla="*/ 3425825 h 6858000"/>
                <a:gd name="connsiteX31" fmla="*/ 4039964 w 9189814"/>
                <a:gd name="connsiteY31" fmla="*/ 3209925 h 6858000"/>
                <a:gd name="connsiteX32" fmla="*/ 3668489 w 9189814"/>
                <a:gd name="connsiteY32" fmla="*/ 29972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89814" h="6858000">
                  <a:moveTo>
                    <a:pt x="0" y="0"/>
                  </a:moveTo>
                  <a:lnTo>
                    <a:pt x="9189814" y="0"/>
                  </a:lnTo>
                  <a:lnTo>
                    <a:pt x="9189814" y="6858000"/>
                  </a:lnTo>
                  <a:lnTo>
                    <a:pt x="2191601" y="6858000"/>
                  </a:lnTo>
                  <a:lnTo>
                    <a:pt x="2550889" y="6643687"/>
                  </a:lnTo>
                  <a:cubicBezTo>
                    <a:pt x="2550095" y="6493668"/>
                    <a:pt x="2549302" y="6357938"/>
                    <a:pt x="2548508" y="6207919"/>
                  </a:cubicBezTo>
                  <a:lnTo>
                    <a:pt x="2181795" y="6003131"/>
                  </a:lnTo>
                  <a:lnTo>
                    <a:pt x="2922364" y="5572125"/>
                  </a:lnTo>
                  <a:lnTo>
                    <a:pt x="3303364" y="5788819"/>
                  </a:lnTo>
                  <a:lnTo>
                    <a:pt x="3670077" y="5557838"/>
                  </a:lnTo>
                  <a:cubicBezTo>
                    <a:pt x="3669283" y="4988719"/>
                    <a:pt x="3661346" y="4424362"/>
                    <a:pt x="3660552" y="3855243"/>
                  </a:cubicBezTo>
                  <a:lnTo>
                    <a:pt x="3293839" y="3633787"/>
                  </a:lnTo>
                  <a:cubicBezTo>
                    <a:pt x="3291458" y="3350418"/>
                    <a:pt x="3289076" y="3067050"/>
                    <a:pt x="3286695" y="2783681"/>
                  </a:cubicBezTo>
                  <a:lnTo>
                    <a:pt x="3662933" y="2571750"/>
                  </a:lnTo>
                  <a:lnTo>
                    <a:pt x="3658964" y="2143125"/>
                  </a:lnTo>
                  <a:lnTo>
                    <a:pt x="2563589" y="1485900"/>
                  </a:lnTo>
                  <a:lnTo>
                    <a:pt x="2195289" y="1708150"/>
                  </a:lnTo>
                  <a:lnTo>
                    <a:pt x="1820639" y="1479550"/>
                  </a:lnTo>
                  <a:cubicBezTo>
                    <a:pt x="1819581" y="1336675"/>
                    <a:pt x="1818522" y="1200150"/>
                    <a:pt x="1817464" y="1057275"/>
                  </a:cubicBezTo>
                  <a:lnTo>
                    <a:pt x="0" y="0"/>
                  </a:lnTo>
                  <a:close/>
                  <a:moveTo>
                    <a:pt x="2925539" y="854076"/>
                  </a:moveTo>
                  <a:lnTo>
                    <a:pt x="2925539" y="1282701"/>
                  </a:lnTo>
                  <a:lnTo>
                    <a:pt x="3297014" y="1066801"/>
                  </a:lnTo>
                  <a:lnTo>
                    <a:pt x="2925539" y="854076"/>
                  </a:lnTo>
                  <a:close/>
                  <a:moveTo>
                    <a:pt x="4033613" y="1925636"/>
                  </a:moveTo>
                  <a:lnTo>
                    <a:pt x="4033613" y="2784474"/>
                  </a:lnTo>
                  <a:lnTo>
                    <a:pt x="4405088" y="2571749"/>
                  </a:lnTo>
                  <a:lnTo>
                    <a:pt x="4405088" y="2138361"/>
                  </a:lnTo>
                  <a:lnTo>
                    <a:pt x="4033613" y="1925636"/>
                  </a:lnTo>
                  <a:close/>
                  <a:moveTo>
                    <a:pt x="3668489" y="2997200"/>
                  </a:moveTo>
                  <a:lnTo>
                    <a:pt x="3668489" y="3425825"/>
                  </a:lnTo>
                  <a:lnTo>
                    <a:pt x="4039964" y="3209925"/>
                  </a:lnTo>
                  <a:lnTo>
                    <a:pt x="3668489" y="299720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/>
            </a:p>
          </p:txBody>
        </p:sp>
        <p:sp>
          <p:nvSpPr>
            <p:cNvPr id="13" name="Freeform 53"/>
            <p:cNvSpPr>
              <a:spLocks/>
            </p:cNvSpPr>
            <p:nvPr userDrawn="1"/>
          </p:nvSpPr>
          <p:spPr bwMode="auto">
            <a:xfrm flipH="1">
              <a:off x="8483600" y="638969"/>
              <a:ext cx="371475" cy="858838"/>
            </a:xfrm>
            <a:custGeom>
              <a:avLst/>
              <a:gdLst>
                <a:gd name="T0" fmla="*/ 0 w 234"/>
                <a:gd name="T1" fmla="*/ 0 h 541"/>
                <a:gd name="T2" fmla="*/ 0 w 234"/>
                <a:gd name="T3" fmla="*/ 541 h 541"/>
                <a:gd name="T4" fmla="*/ 234 w 234"/>
                <a:gd name="T5" fmla="*/ 407 h 541"/>
                <a:gd name="T6" fmla="*/ 234 w 234"/>
                <a:gd name="T7" fmla="*/ 134 h 541"/>
                <a:gd name="T8" fmla="*/ 0 w 234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1">
                  <a:moveTo>
                    <a:pt x="0" y="0"/>
                  </a:moveTo>
                  <a:lnTo>
                    <a:pt x="0" y="541"/>
                  </a:lnTo>
                  <a:lnTo>
                    <a:pt x="234" y="407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65A2E0"/>
                </a:gs>
                <a:gs pos="0">
                  <a:srgbClr val="65BBF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54"/>
            <p:cNvSpPr>
              <a:spLocks/>
            </p:cNvSpPr>
            <p:nvPr userDrawn="1"/>
          </p:nvSpPr>
          <p:spPr bwMode="auto">
            <a:xfrm flipH="1">
              <a:off x="4787900" y="4496594"/>
              <a:ext cx="371475" cy="857250"/>
            </a:xfrm>
            <a:custGeom>
              <a:avLst/>
              <a:gdLst>
                <a:gd name="T0" fmla="*/ 0 w 234"/>
                <a:gd name="T1" fmla="*/ 0 h 540"/>
                <a:gd name="T2" fmla="*/ 0 w 234"/>
                <a:gd name="T3" fmla="*/ 540 h 540"/>
                <a:gd name="T4" fmla="*/ 234 w 234"/>
                <a:gd name="T5" fmla="*/ 406 h 540"/>
                <a:gd name="T6" fmla="*/ 234 w 234"/>
                <a:gd name="T7" fmla="*/ 134 h 540"/>
                <a:gd name="T8" fmla="*/ 0 w 234"/>
                <a:gd name="T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0">
                  <a:moveTo>
                    <a:pt x="0" y="0"/>
                  </a:moveTo>
                  <a:lnTo>
                    <a:pt x="0" y="540"/>
                  </a:lnTo>
                  <a:lnTo>
                    <a:pt x="234" y="406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1D6871"/>
                </a:gs>
                <a:gs pos="0">
                  <a:srgbClr val="17867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55"/>
            <p:cNvSpPr>
              <a:spLocks/>
            </p:cNvSpPr>
            <p:nvPr userDrawn="1"/>
          </p:nvSpPr>
          <p:spPr bwMode="auto">
            <a:xfrm flipH="1">
              <a:off x="7000875" y="5996782"/>
              <a:ext cx="742950" cy="641350"/>
            </a:xfrm>
            <a:custGeom>
              <a:avLst/>
              <a:gdLst>
                <a:gd name="T0" fmla="*/ 466 w 468"/>
                <a:gd name="T1" fmla="*/ 0 h 404"/>
                <a:gd name="T2" fmla="*/ 0 w 468"/>
                <a:gd name="T3" fmla="*/ 272 h 404"/>
                <a:gd name="T4" fmla="*/ 234 w 468"/>
                <a:gd name="T5" fmla="*/ 404 h 404"/>
                <a:gd name="T6" fmla="*/ 468 w 468"/>
                <a:gd name="T7" fmla="*/ 268 h 404"/>
                <a:gd name="T8" fmla="*/ 466 w 468"/>
                <a:gd name="T9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404">
                  <a:moveTo>
                    <a:pt x="466" y="0"/>
                  </a:moveTo>
                  <a:lnTo>
                    <a:pt x="0" y="272"/>
                  </a:lnTo>
                  <a:lnTo>
                    <a:pt x="234" y="404"/>
                  </a:lnTo>
                  <a:lnTo>
                    <a:pt x="468" y="268"/>
                  </a:lnTo>
                  <a:lnTo>
                    <a:pt x="466" y="0"/>
                  </a:lnTo>
                  <a:close/>
                </a:path>
              </a:pathLst>
            </a:custGeom>
            <a:gradFill>
              <a:gsLst>
                <a:gs pos="100000">
                  <a:srgbClr val="332D50"/>
                </a:gs>
                <a:gs pos="0">
                  <a:srgbClr val="5B384A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56"/>
            <p:cNvSpPr>
              <a:spLocks/>
            </p:cNvSpPr>
            <p:nvPr userDrawn="1"/>
          </p:nvSpPr>
          <p:spPr bwMode="auto">
            <a:xfrm flipH="1">
              <a:off x="7743825" y="1069182"/>
              <a:ext cx="371475" cy="428625"/>
            </a:xfrm>
            <a:custGeom>
              <a:avLst/>
              <a:gdLst>
                <a:gd name="T0" fmla="*/ 0 w 234"/>
                <a:gd name="T1" fmla="*/ 0 h 270"/>
                <a:gd name="T2" fmla="*/ 0 w 234"/>
                <a:gd name="T3" fmla="*/ 270 h 270"/>
                <a:gd name="T4" fmla="*/ 234 w 234"/>
                <a:gd name="T5" fmla="*/ 134 h 270"/>
                <a:gd name="T6" fmla="*/ 0 w 234"/>
                <a:gd name="T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0"/>
                  </a:moveTo>
                  <a:lnTo>
                    <a:pt x="0" y="270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FEA659"/>
                </a:gs>
                <a:gs pos="0">
                  <a:srgbClr val="FEA64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57"/>
            <p:cNvSpPr>
              <a:spLocks/>
            </p:cNvSpPr>
            <p:nvPr userDrawn="1"/>
          </p:nvSpPr>
          <p:spPr bwMode="auto">
            <a:xfrm flipH="1">
              <a:off x="7375525" y="1926432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52BC5D"/>
                </a:gs>
                <a:gs pos="0">
                  <a:srgbClr val="5BBA4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58"/>
            <p:cNvSpPr>
              <a:spLocks/>
            </p:cNvSpPr>
            <p:nvPr userDrawn="1"/>
          </p:nvSpPr>
          <p:spPr bwMode="auto">
            <a:xfrm flipH="1">
              <a:off x="7007225" y="3426619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ED6136"/>
                </a:gs>
                <a:gs pos="0">
                  <a:srgbClr val="FF6834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59"/>
            <p:cNvSpPr>
              <a:spLocks/>
            </p:cNvSpPr>
            <p:nvPr userDrawn="1"/>
          </p:nvSpPr>
          <p:spPr bwMode="auto">
            <a:xfrm flipH="1">
              <a:off x="6635750" y="3855244"/>
              <a:ext cx="371475" cy="431800"/>
            </a:xfrm>
            <a:custGeom>
              <a:avLst/>
              <a:gdLst>
                <a:gd name="T0" fmla="*/ 234 w 234"/>
                <a:gd name="T1" fmla="*/ 136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CE583A"/>
                </a:gs>
                <a:gs pos="0">
                  <a:srgbClr val="E8603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60"/>
            <p:cNvSpPr>
              <a:spLocks/>
            </p:cNvSpPr>
            <p:nvPr userDrawn="1"/>
          </p:nvSpPr>
          <p:spPr bwMode="auto">
            <a:xfrm flipH="1">
              <a:off x="7375525" y="3852069"/>
              <a:ext cx="371475" cy="431800"/>
            </a:xfrm>
            <a:custGeom>
              <a:avLst/>
              <a:gdLst>
                <a:gd name="T0" fmla="*/ 234 w 234"/>
                <a:gd name="T1" fmla="*/ 138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8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8"/>
                  </a:lnTo>
                  <a:close/>
                </a:path>
              </a:pathLst>
            </a:custGeom>
            <a:gradFill>
              <a:gsLst>
                <a:gs pos="100000">
                  <a:srgbClr val="159076"/>
                </a:gs>
                <a:gs pos="0">
                  <a:srgbClr val="139E78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61"/>
            <p:cNvSpPr>
              <a:spLocks/>
            </p:cNvSpPr>
            <p:nvPr userDrawn="1"/>
          </p:nvSpPr>
          <p:spPr bwMode="auto">
            <a:xfrm flipH="1">
              <a:off x="6267450" y="4925219"/>
              <a:ext cx="371475" cy="431800"/>
            </a:xfrm>
            <a:custGeom>
              <a:avLst/>
              <a:gdLst>
                <a:gd name="T0" fmla="*/ 234 w 234"/>
                <a:gd name="T1" fmla="*/ 136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474582"/>
                </a:gs>
                <a:gs pos="0">
                  <a:srgbClr val="47448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2"/>
            <p:cNvSpPr>
              <a:spLocks/>
            </p:cNvSpPr>
            <p:nvPr userDrawn="1"/>
          </p:nvSpPr>
          <p:spPr bwMode="auto">
            <a:xfrm flipH="1">
              <a:off x="5159375" y="3639344"/>
              <a:ext cx="368300" cy="431800"/>
            </a:xfrm>
            <a:custGeom>
              <a:avLst/>
              <a:gdLst>
                <a:gd name="T0" fmla="*/ 0 w 232"/>
                <a:gd name="T1" fmla="*/ 136 h 272"/>
                <a:gd name="T2" fmla="*/ 232 w 232"/>
                <a:gd name="T3" fmla="*/ 272 h 272"/>
                <a:gd name="T4" fmla="*/ 232 w 232"/>
                <a:gd name="T5" fmla="*/ 0 h 272"/>
                <a:gd name="T6" fmla="*/ 0 w 232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0" y="136"/>
                  </a:moveTo>
                  <a:lnTo>
                    <a:pt x="232" y="272"/>
                  </a:lnTo>
                  <a:lnTo>
                    <a:pt x="232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585199"/>
                </a:gs>
                <a:gs pos="0">
                  <a:srgbClr val="5F56A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63"/>
            <p:cNvSpPr>
              <a:spLocks/>
            </p:cNvSpPr>
            <p:nvPr userDrawn="1"/>
          </p:nvSpPr>
          <p:spPr bwMode="auto">
            <a:xfrm flipH="1">
              <a:off x="5895975" y="5996782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33467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64"/>
            <p:cNvSpPr>
              <a:spLocks/>
            </p:cNvSpPr>
            <p:nvPr userDrawn="1"/>
          </p:nvSpPr>
          <p:spPr bwMode="auto">
            <a:xfrm flipH="1">
              <a:off x="5159375" y="6425407"/>
              <a:ext cx="368300" cy="431800"/>
            </a:xfrm>
            <a:custGeom>
              <a:avLst/>
              <a:gdLst>
                <a:gd name="T0" fmla="*/ 232 w 232"/>
                <a:gd name="T1" fmla="*/ 136 h 272"/>
                <a:gd name="T2" fmla="*/ 0 w 232"/>
                <a:gd name="T3" fmla="*/ 272 h 272"/>
                <a:gd name="T4" fmla="*/ 0 w 232"/>
                <a:gd name="T5" fmla="*/ 0 h 272"/>
                <a:gd name="T6" fmla="*/ 232 w 232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232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252D67"/>
                </a:gs>
                <a:gs pos="0">
                  <a:srgbClr val="253F6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65"/>
            <p:cNvSpPr>
              <a:spLocks/>
            </p:cNvSpPr>
            <p:nvPr userDrawn="1"/>
          </p:nvSpPr>
          <p:spPr bwMode="auto">
            <a:xfrm flipH="1">
              <a:off x="5159375" y="5780882"/>
              <a:ext cx="368300" cy="428625"/>
            </a:xfrm>
            <a:custGeom>
              <a:avLst/>
              <a:gdLst>
                <a:gd name="T0" fmla="*/ 0 w 232"/>
                <a:gd name="T1" fmla="*/ 136 h 270"/>
                <a:gd name="T2" fmla="*/ 232 w 232"/>
                <a:gd name="T3" fmla="*/ 270 h 270"/>
                <a:gd name="T4" fmla="*/ 232 w 232"/>
                <a:gd name="T5" fmla="*/ 0 h 270"/>
                <a:gd name="T6" fmla="*/ 0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6"/>
                  </a:moveTo>
                  <a:lnTo>
                    <a:pt x="232" y="270"/>
                  </a:lnTo>
                  <a:lnTo>
                    <a:pt x="232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50354C"/>
                </a:gs>
                <a:gs pos="0">
                  <a:srgbClr val="61323F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66"/>
            <p:cNvSpPr>
              <a:spLocks/>
            </p:cNvSpPr>
            <p:nvPr userDrawn="1"/>
          </p:nvSpPr>
          <p:spPr bwMode="auto">
            <a:xfrm flipH="1">
              <a:off x="5899150" y="2139157"/>
              <a:ext cx="736600" cy="431800"/>
            </a:xfrm>
            <a:custGeom>
              <a:avLst/>
              <a:gdLst>
                <a:gd name="T0" fmla="*/ 464 w 464"/>
                <a:gd name="T1" fmla="*/ 136 h 272"/>
                <a:gd name="T2" fmla="*/ 232 w 464"/>
                <a:gd name="T3" fmla="*/ 272 h 272"/>
                <a:gd name="T4" fmla="*/ 0 w 464"/>
                <a:gd name="T5" fmla="*/ 136 h 272"/>
                <a:gd name="T6" fmla="*/ 232 w 464"/>
                <a:gd name="T7" fmla="*/ 0 h 272"/>
                <a:gd name="T8" fmla="*/ 464 w 464"/>
                <a:gd name="T9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272">
                  <a:moveTo>
                    <a:pt x="464" y="136"/>
                  </a:moveTo>
                  <a:lnTo>
                    <a:pt x="232" y="272"/>
                  </a:lnTo>
                  <a:lnTo>
                    <a:pt x="0" y="136"/>
                  </a:lnTo>
                  <a:lnTo>
                    <a:pt x="232" y="0"/>
                  </a:lnTo>
                  <a:lnTo>
                    <a:pt x="464" y="136"/>
                  </a:lnTo>
                  <a:close/>
                </a:path>
              </a:pathLst>
            </a:custGeom>
            <a:gradFill>
              <a:gsLst>
                <a:gs pos="100000">
                  <a:srgbClr val="637AC0"/>
                </a:gs>
                <a:gs pos="0">
                  <a:srgbClr val="6487CA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67"/>
            <p:cNvSpPr>
              <a:spLocks/>
            </p:cNvSpPr>
            <p:nvPr userDrawn="1"/>
          </p:nvSpPr>
          <p:spPr bwMode="auto">
            <a:xfrm flipH="1">
              <a:off x="8112125" y="5996782"/>
              <a:ext cx="742950" cy="857250"/>
            </a:xfrm>
            <a:custGeom>
              <a:avLst/>
              <a:gdLst>
                <a:gd name="T0" fmla="*/ 0 w 468"/>
                <a:gd name="T1" fmla="*/ 406 h 540"/>
                <a:gd name="T2" fmla="*/ 234 w 468"/>
                <a:gd name="T3" fmla="*/ 540 h 540"/>
                <a:gd name="T4" fmla="*/ 468 w 468"/>
                <a:gd name="T5" fmla="*/ 406 h 540"/>
                <a:gd name="T6" fmla="*/ 468 w 468"/>
                <a:gd name="T7" fmla="*/ 136 h 540"/>
                <a:gd name="T8" fmla="*/ 234 w 468"/>
                <a:gd name="T9" fmla="*/ 0 h 540"/>
                <a:gd name="T10" fmla="*/ 234 w 468"/>
                <a:gd name="T11" fmla="*/ 270 h 540"/>
                <a:gd name="T12" fmla="*/ 0 w 468"/>
                <a:gd name="T13" fmla="*/ 406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8" h="540">
                  <a:moveTo>
                    <a:pt x="0" y="406"/>
                  </a:moveTo>
                  <a:lnTo>
                    <a:pt x="234" y="540"/>
                  </a:lnTo>
                  <a:lnTo>
                    <a:pt x="468" y="406"/>
                  </a:lnTo>
                  <a:lnTo>
                    <a:pt x="468" y="136"/>
                  </a:lnTo>
                  <a:lnTo>
                    <a:pt x="234" y="0"/>
                  </a:lnTo>
                  <a:lnTo>
                    <a:pt x="234" y="270"/>
                  </a:lnTo>
                  <a:lnTo>
                    <a:pt x="0" y="406"/>
                  </a:lnTo>
                  <a:close/>
                </a:path>
              </a:pathLst>
            </a:custGeom>
            <a:gradFill>
              <a:gsLst>
                <a:gs pos="100000">
                  <a:srgbClr val="283069"/>
                </a:gs>
                <a:gs pos="0">
                  <a:srgbClr val="224E6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68"/>
            <p:cNvSpPr>
              <a:spLocks/>
            </p:cNvSpPr>
            <p:nvPr userDrawn="1"/>
          </p:nvSpPr>
          <p:spPr bwMode="auto">
            <a:xfrm flipH="1">
              <a:off x="7375525" y="213519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9AC619"/>
                </a:gs>
                <a:gs pos="0">
                  <a:srgbClr val="ADCA0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69"/>
            <p:cNvSpPr>
              <a:spLocks/>
            </p:cNvSpPr>
            <p:nvPr userDrawn="1"/>
          </p:nvSpPr>
          <p:spPr bwMode="auto">
            <a:xfrm flipH="1">
              <a:off x="6635750" y="642144"/>
              <a:ext cx="374650" cy="639763"/>
            </a:xfrm>
            <a:custGeom>
              <a:avLst/>
              <a:gdLst>
                <a:gd name="T0" fmla="*/ 234 w 236"/>
                <a:gd name="T1" fmla="*/ 0 h 403"/>
                <a:gd name="T2" fmla="*/ 236 w 236"/>
                <a:gd name="T3" fmla="*/ 269 h 403"/>
                <a:gd name="T4" fmla="*/ 2 w 236"/>
                <a:gd name="T5" fmla="*/ 403 h 403"/>
                <a:gd name="T6" fmla="*/ 0 w 236"/>
                <a:gd name="T7" fmla="*/ 134 h 403"/>
                <a:gd name="T8" fmla="*/ 234 w 236"/>
                <a:gd name="T9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403">
                  <a:moveTo>
                    <a:pt x="234" y="0"/>
                  </a:moveTo>
                  <a:lnTo>
                    <a:pt x="236" y="269"/>
                  </a:lnTo>
                  <a:lnTo>
                    <a:pt x="2" y="403"/>
                  </a:lnTo>
                  <a:lnTo>
                    <a:pt x="0" y="134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100000">
                  <a:srgbClr val="FE9E3F"/>
                </a:gs>
                <a:gs pos="0">
                  <a:srgbClr val="FDB049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5901" y="1658320"/>
            <a:ext cx="3179763" cy="1913364"/>
          </a:xfrm>
        </p:spPr>
        <p:txBody>
          <a:bodyPr lIns="0" tIns="0" rIns="0" bIns="0" anchor="b">
            <a:noAutofit/>
          </a:bodyPr>
          <a:lstStyle>
            <a:lvl1pPr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25900" y="3768851"/>
            <a:ext cx="3179763" cy="114018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dirty="0"/>
              <a:t>Divider subtitle goes here</a:t>
            </a:r>
          </a:p>
        </p:txBody>
      </p:sp>
      <p:sp>
        <p:nvSpPr>
          <p:cNvPr id="11" name="Picture Placeholder 281"/>
          <p:cNvSpPr>
            <a:spLocks noGrp="1"/>
          </p:cNvSpPr>
          <p:nvPr>
            <p:ph type="pic" sz="quarter" idx="11"/>
          </p:nvPr>
        </p:nvSpPr>
        <p:spPr>
          <a:xfrm flipH="1">
            <a:off x="0" y="-1"/>
            <a:ext cx="7407272" cy="6858000"/>
          </a:xfrm>
          <a:custGeom>
            <a:avLst/>
            <a:gdLst>
              <a:gd name="connsiteX0" fmla="*/ 3698873 w 7407272"/>
              <a:gd name="connsiteY0" fmla="*/ 6009605 h 6858000"/>
              <a:gd name="connsiteX1" fmla="*/ 3338510 w 7407272"/>
              <a:gd name="connsiteY1" fmla="*/ 6219047 h 6858000"/>
              <a:gd name="connsiteX2" fmla="*/ 3338510 w 7407272"/>
              <a:gd name="connsiteY2" fmla="*/ 6634850 h 6858000"/>
              <a:gd name="connsiteX3" fmla="*/ 3698873 w 7407272"/>
              <a:gd name="connsiteY3" fmla="*/ 6841211 h 6858000"/>
              <a:gd name="connsiteX4" fmla="*/ 4059236 w 7407272"/>
              <a:gd name="connsiteY4" fmla="*/ 6634850 h 6858000"/>
              <a:gd name="connsiteX5" fmla="*/ 3698873 w 7407272"/>
              <a:gd name="connsiteY5" fmla="*/ 6425408 h 6858000"/>
              <a:gd name="connsiteX6" fmla="*/ 2230340 w 7407272"/>
              <a:gd name="connsiteY6" fmla="*/ 6006375 h 6858000"/>
              <a:gd name="connsiteX7" fmla="*/ 2227260 w 7407272"/>
              <a:gd name="connsiteY7" fmla="*/ 6419099 h 6858000"/>
              <a:gd name="connsiteX8" fmla="*/ 2587623 w 7407272"/>
              <a:gd name="connsiteY8" fmla="*/ 6628541 h 6858000"/>
              <a:gd name="connsiteX9" fmla="*/ 2947986 w 7407272"/>
              <a:gd name="connsiteY9" fmla="*/ 6425259 h 6858000"/>
              <a:gd name="connsiteX10" fmla="*/ 1848641 w 7407272"/>
              <a:gd name="connsiteY10" fmla="*/ 4931678 h 6858000"/>
              <a:gd name="connsiteX11" fmla="*/ 1488279 w 7407272"/>
              <a:gd name="connsiteY11" fmla="*/ 5141120 h 6858000"/>
              <a:gd name="connsiteX12" fmla="*/ 1848641 w 7407272"/>
              <a:gd name="connsiteY12" fmla="*/ 5350562 h 6858000"/>
              <a:gd name="connsiteX13" fmla="*/ 2216941 w 7407272"/>
              <a:gd name="connsiteY13" fmla="*/ 3861703 h 6858000"/>
              <a:gd name="connsiteX14" fmla="*/ 1856579 w 7407272"/>
              <a:gd name="connsiteY14" fmla="*/ 4071145 h 6858000"/>
              <a:gd name="connsiteX15" fmla="*/ 2216941 w 7407272"/>
              <a:gd name="connsiteY15" fmla="*/ 4280587 h 6858000"/>
              <a:gd name="connsiteX16" fmla="*/ 2956716 w 7407272"/>
              <a:gd name="connsiteY16" fmla="*/ 3858528 h 6858000"/>
              <a:gd name="connsiteX17" fmla="*/ 2596354 w 7407272"/>
              <a:gd name="connsiteY17" fmla="*/ 4071050 h 6858000"/>
              <a:gd name="connsiteX18" fmla="*/ 2956716 w 7407272"/>
              <a:gd name="connsiteY18" fmla="*/ 4277412 h 6858000"/>
              <a:gd name="connsiteX19" fmla="*/ 2228007 w 7407272"/>
              <a:gd name="connsiteY19" fmla="*/ 3433031 h 6858000"/>
              <a:gd name="connsiteX20" fmla="*/ 2228007 w 7407272"/>
              <a:gd name="connsiteY20" fmla="*/ 3848835 h 6858000"/>
              <a:gd name="connsiteX21" fmla="*/ 2585289 w 7407272"/>
              <a:gd name="connsiteY21" fmla="*/ 3639394 h 6858000"/>
              <a:gd name="connsiteX22" fmla="*/ 736598 w 7407272"/>
              <a:gd name="connsiteY22" fmla="*/ 2997200 h 6858000"/>
              <a:gd name="connsiteX23" fmla="*/ 736598 w 7407272"/>
              <a:gd name="connsiteY23" fmla="*/ 3425825 h 6858000"/>
              <a:gd name="connsiteX24" fmla="*/ 365123 w 7407272"/>
              <a:gd name="connsiteY24" fmla="*/ 3209925 h 6858000"/>
              <a:gd name="connsiteX25" fmla="*/ 1482723 w 7407272"/>
              <a:gd name="connsiteY25" fmla="*/ 2145617 h 6858000"/>
              <a:gd name="connsiteX26" fmla="*/ 1125440 w 7407272"/>
              <a:gd name="connsiteY26" fmla="*/ 2355059 h 6858000"/>
              <a:gd name="connsiteX27" fmla="*/ 1482723 w 7407272"/>
              <a:gd name="connsiteY27" fmla="*/ 2564500 h 6858000"/>
              <a:gd name="connsiteX28" fmla="*/ 1840006 w 7407272"/>
              <a:gd name="connsiteY28" fmla="*/ 2355059 h 6858000"/>
              <a:gd name="connsiteX29" fmla="*/ 2596307 w 7407272"/>
              <a:gd name="connsiteY29" fmla="*/ 1932845 h 6858000"/>
              <a:gd name="connsiteX30" fmla="*/ 2596307 w 7407272"/>
              <a:gd name="connsiteY30" fmla="*/ 2348649 h 6858000"/>
              <a:gd name="connsiteX31" fmla="*/ 2953589 w 7407272"/>
              <a:gd name="connsiteY31" fmla="*/ 2139206 h 6858000"/>
              <a:gd name="connsiteX32" fmla="*/ 371474 w 7407272"/>
              <a:gd name="connsiteY32" fmla="*/ 1925636 h 6858000"/>
              <a:gd name="connsiteX33" fmla="*/ 371474 w 7407272"/>
              <a:gd name="connsiteY33" fmla="*/ 2784474 h 6858000"/>
              <a:gd name="connsiteX34" fmla="*/ 0 w 7407272"/>
              <a:gd name="connsiteY34" fmla="*/ 2571749 h 6858000"/>
              <a:gd name="connsiteX35" fmla="*/ 0 w 7407272"/>
              <a:gd name="connsiteY35" fmla="*/ 2138361 h 6858000"/>
              <a:gd name="connsiteX36" fmla="*/ 3325016 w 7407272"/>
              <a:gd name="connsiteY36" fmla="*/ 1075596 h 6858000"/>
              <a:gd name="connsiteX37" fmla="*/ 2964654 w 7407272"/>
              <a:gd name="connsiteY37" fmla="*/ 1281958 h 6858000"/>
              <a:gd name="connsiteX38" fmla="*/ 3325016 w 7407272"/>
              <a:gd name="connsiteY38" fmla="*/ 1491400 h 6858000"/>
              <a:gd name="connsiteX39" fmla="*/ 1479548 w 7407272"/>
              <a:gd name="connsiteY39" fmla="*/ 854076 h 6858000"/>
              <a:gd name="connsiteX40" fmla="*/ 1479548 w 7407272"/>
              <a:gd name="connsiteY40" fmla="*/ 1282701 h 6858000"/>
              <a:gd name="connsiteX41" fmla="*/ 1108074 w 7407272"/>
              <a:gd name="connsiteY41" fmla="*/ 1066801 h 6858000"/>
              <a:gd name="connsiteX42" fmla="*/ 4064791 w 7407272"/>
              <a:gd name="connsiteY42" fmla="*/ 651816 h 6858000"/>
              <a:gd name="connsiteX43" fmla="*/ 3704429 w 7407272"/>
              <a:gd name="connsiteY43" fmla="*/ 858178 h 6858000"/>
              <a:gd name="connsiteX44" fmla="*/ 3704429 w 7407272"/>
              <a:gd name="connsiteY44" fmla="*/ 1278602 h 6858000"/>
              <a:gd name="connsiteX45" fmla="*/ 4064791 w 7407272"/>
              <a:gd name="connsiteY45" fmla="*/ 1484965 h 6858000"/>
              <a:gd name="connsiteX46" fmla="*/ 4405087 w 7407272"/>
              <a:gd name="connsiteY46" fmla="*/ 0 h 6858000"/>
              <a:gd name="connsiteX47" fmla="*/ 7407272 w 7407272"/>
              <a:gd name="connsiteY47" fmla="*/ 0 h 6858000"/>
              <a:gd name="connsiteX48" fmla="*/ 7407272 w 7407272"/>
              <a:gd name="connsiteY48" fmla="*/ 6858000 h 6858000"/>
              <a:gd name="connsiteX49" fmla="*/ 2213486 w 7407272"/>
              <a:gd name="connsiteY49" fmla="*/ 6858000 h 6858000"/>
              <a:gd name="connsiteX50" fmla="*/ 1854198 w 7407272"/>
              <a:gd name="connsiteY50" fmla="*/ 6643687 h 6858000"/>
              <a:gd name="connsiteX51" fmla="*/ 1856579 w 7407272"/>
              <a:gd name="connsiteY51" fmla="*/ 6207919 h 6858000"/>
              <a:gd name="connsiteX52" fmla="*/ 2223292 w 7407272"/>
              <a:gd name="connsiteY52" fmla="*/ 6003131 h 6858000"/>
              <a:gd name="connsiteX53" fmla="*/ 1482723 w 7407272"/>
              <a:gd name="connsiteY53" fmla="*/ 5572125 h 6858000"/>
              <a:gd name="connsiteX54" fmla="*/ 1101723 w 7407272"/>
              <a:gd name="connsiteY54" fmla="*/ 5788819 h 6858000"/>
              <a:gd name="connsiteX55" fmla="*/ 735010 w 7407272"/>
              <a:gd name="connsiteY55" fmla="*/ 5557838 h 6858000"/>
              <a:gd name="connsiteX56" fmla="*/ 744535 w 7407272"/>
              <a:gd name="connsiteY56" fmla="*/ 3855243 h 6858000"/>
              <a:gd name="connsiteX57" fmla="*/ 1111248 w 7407272"/>
              <a:gd name="connsiteY57" fmla="*/ 3633787 h 6858000"/>
              <a:gd name="connsiteX58" fmla="*/ 1118392 w 7407272"/>
              <a:gd name="connsiteY58" fmla="*/ 2783681 h 6858000"/>
              <a:gd name="connsiteX59" fmla="*/ 742154 w 7407272"/>
              <a:gd name="connsiteY59" fmla="*/ 2571750 h 6858000"/>
              <a:gd name="connsiteX60" fmla="*/ 746123 w 7407272"/>
              <a:gd name="connsiteY60" fmla="*/ 2143125 h 6858000"/>
              <a:gd name="connsiteX61" fmla="*/ 1841498 w 7407272"/>
              <a:gd name="connsiteY61" fmla="*/ 1485900 h 6858000"/>
              <a:gd name="connsiteX62" fmla="*/ 2209798 w 7407272"/>
              <a:gd name="connsiteY62" fmla="*/ 1708150 h 6858000"/>
              <a:gd name="connsiteX63" fmla="*/ 2584448 w 7407272"/>
              <a:gd name="connsiteY63" fmla="*/ 1479550 h 6858000"/>
              <a:gd name="connsiteX64" fmla="*/ 2587623 w 7407272"/>
              <a:gd name="connsiteY64" fmla="*/ 10572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7407272" h="6858000">
                <a:moveTo>
                  <a:pt x="3698873" y="6009605"/>
                </a:moveTo>
                <a:lnTo>
                  <a:pt x="3338510" y="6219047"/>
                </a:lnTo>
                <a:lnTo>
                  <a:pt x="3338510" y="6634850"/>
                </a:lnTo>
                <a:lnTo>
                  <a:pt x="3698873" y="6841211"/>
                </a:lnTo>
                <a:lnTo>
                  <a:pt x="4059236" y="6634850"/>
                </a:lnTo>
                <a:lnTo>
                  <a:pt x="3698873" y="6425408"/>
                </a:lnTo>
                <a:close/>
                <a:moveTo>
                  <a:pt x="2230340" y="6006375"/>
                </a:moveTo>
                <a:lnTo>
                  <a:pt x="2227260" y="6419099"/>
                </a:lnTo>
                <a:lnTo>
                  <a:pt x="2587623" y="6628541"/>
                </a:lnTo>
                <a:lnTo>
                  <a:pt x="2947986" y="6425259"/>
                </a:lnTo>
                <a:close/>
                <a:moveTo>
                  <a:pt x="1848641" y="4931678"/>
                </a:moveTo>
                <a:lnTo>
                  <a:pt x="1488279" y="5141120"/>
                </a:lnTo>
                <a:lnTo>
                  <a:pt x="1848641" y="5350562"/>
                </a:lnTo>
                <a:close/>
                <a:moveTo>
                  <a:pt x="2216941" y="3861703"/>
                </a:moveTo>
                <a:lnTo>
                  <a:pt x="1856579" y="4071145"/>
                </a:lnTo>
                <a:lnTo>
                  <a:pt x="2216941" y="4280587"/>
                </a:lnTo>
                <a:close/>
                <a:moveTo>
                  <a:pt x="2956716" y="3858528"/>
                </a:moveTo>
                <a:lnTo>
                  <a:pt x="2596354" y="4071050"/>
                </a:lnTo>
                <a:lnTo>
                  <a:pt x="2956716" y="4277412"/>
                </a:lnTo>
                <a:close/>
                <a:moveTo>
                  <a:pt x="2228007" y="3433031"/>
                </a:moveTo>
                <a:lnTo>
                  <a:pt x="2228007" y="3848835"/>
                </a:lnTo>
                <a:lnTo>
                  <a:pt x="2585289" y="3639394"/>
                </a:lnTo>
                <a:close/>
                <a:moveTo>
                  <a:pt x="736598" y="2997200"/>
                </a:moveTo>
                <a:lnTo>
                  <a:pt x="736598" y="3425825"/>
                </a:lnTo>
                <a:lnTo>
                  <a:pt x="365123" y="3209925"/>
                </a:lnTo>
                <a:close/>
                <a:moveTo>
                  <a:pt x="1482723" y="2145617"/>
                </a:moveTo>
                <a:lnTo>
                  <a:pt x="1125440" y="2355059"/>
                </a:lnTo>
                <a:lnTo>
                  <a:pt x="1482723" y="2564500"/>
                </a:lnTo>
                <a:lnTo>
                  <a:pt x="1840006" y="2355059"/>
                </a:lnTo>
                <a:close/>
                <a:moveTo>
                  <a:pt x="2596307" y="1932845"/>
                </a:moveTo>
                <a:lnTo>
                  <a:pt x="2596307" y="2348649"/>
                </a:lnTo>
                <a:lnTo>
                  <a:pt x="2953589" y="2139206"/>
                </a:lnTo>
                <a:close/>
                <a:moveTo>
                  <a:pt x="371474" y="1925636"/>
                </a:moveTo>
                <a:lnTo>
                  <a:pt x="371474" y="2784474"/>
                </a:lnTo>
                <a:lnTo>
                  <a:pt x="0" y="2571749"/>
                </a:lnTo>
                <a:lnTo>
                  <a:pt x="0" y="2138361"/>
                </a:lnTo>
                <a:close/>
                <a:moveTo>
                  <a:pt x="3325016" y="1075596"/>
                </a:moveTo>
                <a:lnTo>
                  <a:pt x="2964654" y="1281958"/>
                </a:lnTo>
                <a:lnTo>
                  <a:pt x="3325016" y="1491400"/>
                </a:lnTo>
                <a:close/>
                <a:moveTo>
                  <a:pt x="1479548" y="854076"/>
                </a:moveTo>
                <a:lnTo>
                  <a:pt x="1479548" y="1282701"/>
                </a:lnTo>
                <a:lnTo>
                  <a:pt x="1108074" y="1066801"/>
                </a:lnTo>
                <a:close/>
                <a:moveTo>
                  <a:pt x="4064791" y="651816"/>
                </a:moveTo>
                <a:lnTo>
                  <a:pt x="3704429" y="858178"/>
                </a:lnTo>
                <a:lnTo>
                  <a:pt x="3704429" y="1278602"/>
                </a:lnTo>
                <a:lnTo>
                  <a:pt x="4064791" y="1484965"/>
                </a:lnTo>
                <a:close/>
                <a:moveTo>
                  <a:pt x="4405087" y="0"/>
                </a:moveTo>
                <a:lnTo>
                  <a:pt x="7407272" y="0"/>
                </a:lnTo>
                <a:lnTo>
                  <a:pt x="7407272" y="6858000"/>
                </a:lnTo>
                <a:lnTo>
                  <a:pt x="2213486" y="6858000"/>
                </a:lnTo>
                <a:lnTo>
                  <a:pt x="1854198" y="6643687"/>
                </a:lnTo>
                <a:cubicBezTo>
                  <a:pt x="1854992" y="6493668"/>
                  <a:pt x="1855785" y="6357938"/>
                  <a:pt x="1856579" y="6207919"/>
                </a:cubicBezTo>
                <a:lnTo>
                  <a:pt x="2223292" y="6003131"/>
                </a:lnTo>
                <a:lnTo>
                  <a:pt x="1482723" y="5572125"/>
                </a:lnTo>
                <a:lnTo>
                  <a:pt x="1101723" y="5788819"/>
                </a:lnTo>
                <a:lnTo>
                  <a:pt x="735010" y="5557838"/>
                </a:lnTo>
                <a:cubicBezTo>
                  <a:pt x="735804" y="4988719"/>
                  <a:pt x="743741" y="4424362"/>
                  <a:pt x="744535" y="3855243"/>
                </a:cubicBezTo>
                <a:lnTo>
                  <a:pt x="1111248" y="3633787"/>
                </a:lnTo>
                <a:cubicBezTo>
                  <a:pt x="1113629" y="3350418"/>
                  <a:pt x="1116011" y="3067050"/>
                  <a:pt x="1118392" y="2783681"/>
                </a:cubicBezTo>
                <a:lnTo>
                  <a:pt x="742154" y="2571750"/>
                </a:lnTo>
                <a:lnTo>
                  <a:pt x="746123" y="2143125"/>
                </a:lnTo>
                <a:lnTo>
                  <a:pt x="1841498" y="1485900"/>
                </a:lnTo>
                <a:lnTo>
                  <a:pt x="2209798" y="1708150"/>
                </a:lnTo>
                <a:lnTo>
                  <a:pt x="2584448" y="1479550"/>
                </a:lnTo>
                <a:cubicBezTo>
                  <a:pt x="2585506" y="1336675"/>
                  <a:pt x="2586565" y="1200150"/>
                  <a:pt x="2587623" y="105727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68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2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7708900" y="0"/>
            <a:ext cx="4483100" cy="25146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DAF40AC-B35D-FE43-8BA0-4467369C02E8}"/>
              </a:ext>
            </a:extLst>
          </p:cNvPr>
          <p:cNvSpPr/>
          <p:nvPr userDrawn="1"/>
        </p:nvSpPr>
        <p:spPr>
          <a:xfrm>
            <a:off x="0" y="0"/>
            <a:ext cx="12194088" cy="6858000"/>
          </a:xfrm>
          <a:custGeom>
            <a:avLst/>
            <a:gdLst>
              <a:gd name="connsiteX0" fmla="*/ 8135655 w 12194088"/>
              <a:gd name="connsiteY0" fmla="*/ 0 h 6858000"/>
              <a:gd name="connsiteX1" fmla="*/ 12187825 w 12194088"/>
              <a:gd name="connsiteY1" fmla="*/ 2361156 h 6858000"/>
              <a:gd name="connsiteX2" fmla="*/ 12194088 w 12194088"/>
              <a:gd name="connsiteY2" fmla="*/ 6858000 h 6858000"/>
              <a:gd name="connsiteX3" fmla="*/ 0 w 12194088"/>
              <a:gd name="connsiteY3" fmla="*/ 6858000 h 6858000"/>
              <a:gd name="connsiteX4" fmla="*/ 0 w 12194088"/>
              <a:gd name="connsiteY4" fmla="*/ 0 h 6858000"/>
              <a:gd name="connsiteX5" fmla="*/ 8135655 w 121940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088" h="6858000">
                <a:moveTo>
                  <a:pt x="8135655" y="0"/>
                </a:moveTo>
                <a:lnTo>
                  <a:pt x="12187825" y="2361156"/>
                </a:lnTo>
                <a:cubicBezTo>
                  <a:pt x="12189913" y="3860104"/>
                  <a:pt x="12192000" y="5359052"/>
                  <a:pt x="12194088" y="6858000"/>
                </a:cubicBezTo>
                <a:lnTo>
                  <a:pt x="0" y="6858000"/>
                </a:lnTo>
                <a:lnTo>
                  <a:pt x="0" y="0"/>
                </a:lnTo>
                <a:lnTo>
                  <a:pt x="813565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AED6B8-A172-634F-A863-A430FCA3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2400"/>
            <a:ext cx="3068638" cy="985838"/>
          </a:xfrm>
        </p:spPr>
        <p:txBody>
          <a:bodyPr lIns="0" tIns="0" rIns="0" bIns="0">
            <a:noAutofit/>
          </a:bodyPr>
          <a:lstStyle>
            <a:lvl1pPr marL="7938" indent="0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/>
            </a:lvl2pPr>
            <a:lvl3pPr marL="7938" indent="0">
              <a:buNone/>
              <a:tabLst/>
              <a:defRPr sz="1800"/>
            </a:lvl3pPr>
            <a:lvl4pPr marL="7938" indent="0">
              <a:buNone/>
              <a:tabLst/>
              <a:defRPr sz="1800"/>
            </a:lvl4pPr>
            <a:lvl5pPr marL="7938" indent="0">
              <a:buNone/>
              <a:tabLst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8C4F23-1A89-804E-8593-8E3037FBC3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3246698"/>
            <a:ext cx="3068638" cy="2334360"/>
          </a:xfrm>
        </p:spPr>
        <p:txBody>
          <a:bodyPr lIns="0" tIns="0" rIns="0" bIns="0">
            <a:noAutofit/>
          </a:bodyPr>
          <a:lstStyle>
            <a:lvl1pPr marL="7938" indent="0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8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9AF570-C745-5241-BDB2-3F3C6B512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8081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DDB6E15-9D3E-8048-859B-F03F1DA0EEE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0214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E6286804-E86C-B243-9155-B54B48C0680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82348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6" name="Rectangle 25"/>
          <p:cNvSpPr/>
          <p:nvPr userDrawn="1"/>
        </p:nvSpPr>
        <p:spPr>
          <a:xfrm rot="19748668">
            <a:off x="721645" y="887647"/>
            <a:ext cx="628650" cy="13872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Slide title goes here</a:t>
            </a:r>
            <a:endParaRPr lang="ar-SA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11079161" y="646197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riangle 16">
            <a:extLst>
              <a:ext uri="{FF2B5EF4-FFF2-40B4-BE49-F238E27FC236}">
                <a16:creationId xmlns:a16="http://schemas.microsoft.com/office/drawing/2014/main" id="{B118DDEA-9223-2C42-8363-F6A82B6B1F73}"/>
              </a:ext>
            </a:extLst>
          </p:cNvPr>
          <p:cNvSpPr/>
          <p:nvPr userDrawn="1"/>
        </p:nvSpPr>
        <p:spPr>
          <a:xfrm rot="16200000">
            <a:off x="4415375" y="-187957"/>
            <a:ext cx="436639" cy="376413"/>
          </a:xfrm>
          <a:prstGeom prst="triangle">
            <a:avLst/>
          </a:pr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108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4" name="Triangle 17">
            <a:extLst>
              <a:ext uri="{FF2B5EF4-FFF2-40B4-BE49-F238E27FC236}">
                <a16:creationId xmlns:a16="http://schemas.microsoft.com/office/drawing/2014/main" id="{41E55C41-F1EE-EC47-8F3A-432F55C5943B}"/>
              </a:ext>
            </a:extLst>
          </p:cNvPr>
          <p:cNvSpPr/>
          <p:nvPr userDrawn="1"/>
        </p:nvSpPr>
        <p:spPr>
          <a:xfrm rot="5400000">
            <a:off x="6624277" y="883027"/>
            <a:ext cx="436639" cy="376413"/>
          </a:xfrm>
          <a:prstGeom prst="triangle">
            <a:avLst/>
          </a:prstGeom>
          <a:gradFill>
            <a:gsLst>
              <a:gs pos="50000">
                <a:srgbClr val="FF6633"/>
              </a:gs>
              <a:gs pos="0">
                <a:srgbClr val="FCBD4C"/>
              </a:gs>
              <a:gs pos="100000">
                <a:srgbClr val="273370"/>
              </a:gs>
            </a:gsLst>
            <a:lin ang="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90B6C4FF-9E23-6B47-AF70-E1D961089043}"/>
              </a:ext>
            </a:extLst>
          </p:cNvPr>
          <p:cNvSpPr/>
          <p:nvPr userDrawn="1"/>
        </p:nvSpPr>
        <p:spPr>
          <a:xfrm>
            <a:off x="0" y="1710538"/>
            <a:ext cx="372066" cy="1076806"/>
          </a:xfrm>
          <a:custGeom>
            <a:avLst/>
            <a:gdLst>
              <a:gd name="connsiteX0" fmla="*/ 0 w 372066"/>
              <a:gd name="connsiteY0" fmla="*/ 0 h 849782"/>
              <a:gd name="connsiteX1" fmla="*/ 372066 w 372066"/>
              <a:gd name="connsiteY1" fmla="*/ 0 h 849782"/>
              <a:gd name="connsiteX2" fmla="*/ 372066 w 372066"/>
              <a:gd name="connsiteY2" fmla="*/ 849782 h 849782"/>
              <a:gd name="connsiteX3" fmla="*/ 0 w 372066"/>
              <a:gd name="connsiteY3" fmla="*/ 849782 h 849782"/>
              <a:gd name="connsiteX4" fmla="*/ 0 w 372066"/>
              <a:gd name="connsiteY4" fmla="*/ 0 h 849782"/>
              <a:gd name="connsiteX0" fmla="*/ 0 w 372066"/>
              <a:gd name="connsiteY0" fmla="*/ 0 h 1076806"/>
              <a:gd name="connsiteX1" fmla="*/ 372066 w 372066"/>
              <a:gd name="connsiteY1" fmla="*/ 0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46841 w 372066"/>
              <a:gd name="connsiteY1" fmla="*/ 296392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65759 w 372066"/>
              <a:gd name="connsiteY1" fmla="*/ 214411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66" h="1076806">
                <a:moveTo>
                  <a:pt x="0" y="0"/>
                </a:moveTo>
                <a:lnTo>
                  <a:pt x="365759" y="214411"/>
                </a:lnTo>
                <a:cubicBezTo>
                  <a:pt x="367861" y="501876"/>
                  <a:pt x="369964" y="789341"/>
                  <a:pt x="372066" y="1076806"/>
                </a:cubicBezTo>
                <a:lnTo>
                  <a:pt x="0" y="849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FAD99CFF-0ACC-314D-BEDA-1BCD33AF0903}"/>
              </a:ext>
            </a:extLst>
          </p:cNvPr>
          <p:cNvSpPr/>
          <p:nvPr userDrawn="1"/>
        </p:nvSpPr>
        <p:spPr>
          <a:xfrm>
            <a:off x="8495145" y="6221289"/>
            <a:ext cx="730250" cy="862233"/>
          </a:xfrm>
          <a:custGeom>
            <a:avLst/>
            <a:gdLst>
              <a:gd name="connsiteX0" fmla="*/ 361950 w 730250"/>
              <a:gd name="connsiteY0" fmla="*/ 638175 h 638175"/>
              <a:gd name="connsiteX1" fmla="*/ 730250 w 730250"/>
              <a:gd name="connsiteY1" fmla="*/ 638175 h 638175"/>
              <a:gd name="connsiteX2" fmla="*/ 730250 w 730250"/>
              <a:gd name="connsiteY2" fmla="*/ 212725 h 638175"/>
              <a:gd name="connsiteX3" fmla="*/ 358775 w 730250"/>
              <a:gd name="connsiteY3" fmla="*/ 0 h 638175"/>
              <a:gd name="connsiteX4" fmla="*/ 0 w 730250"/>
              <a:gd name="connsiteY4" fmla="*/ 215900 h 638175"/>
              <a:gd name="connsiteX5" fmla="*/ 365125 w 730250"/>
              <a:gd name="connsiteY5" fmla="*/ 428625 h 638175"/>
              <a:gd name="connsiteX6" fmla="*/ 361950 w 730250"/>
              <a:gd name="connsiteY6" fmla="*/ 638175 h 638175"/>
              <a:gd name="connsiteX0" fmla="*/ 361950 w 730250"/>
              <a:gd name="connsiteY0" fmla="*/ 638175 h 862233"/>
              <a:gd name="connsiteX1" fmla="*/ 718138 w 730250"/>
              <a:gd name="connsiteY1" fmla="*/ 862233 h 862233"/>
              <a:gd name="connsiteX2" fmla="*/ 730250 w 730250"/>
              <a:gd name="connsiteY2" fmla="*/ 212725 h 862233"/>
              <a:gd name="connsiteX3" fmla="*/ 358775 w 730250"/>
              <a:gd name="connsiteY3" fmla="*/ 0 h 862233"/>
              <a:gd name="connsiteX4" fmla="*/ 0 w 730250"/>
              <a:gd name="connsiteY4" fmla="*/ 215900 h 862233"/>
              <a:gd name="connsiteX5" fmla="*/ 365125 w 730250"/>
              <a:gd name="connsiteY5" fmla="*/ 428625 h 862233"/>
              <a:gd name="connsiteX6" fmla="*/ 361950 w 730250"/>
              <a:gd name="connsiteY6" fmla="*/ 638175 h 86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250" h="862233">
                <a:moveTo>
                  <a:pt x="361950" y="638175"/>
                </a:moveTo>
                <a:lnTo>
                  <a:pt x="718138" y="862233"/>
                </a:lnTo>
                <a:lnTo>
                  <a:pt x="730250" y="212725"/>
                </a:lnTo>
                <a:lnTo>
                  <a:pt x="358775" y="0"/>
                </a:lnTo>
                <a:lnTo>
                  <a:pt x="0" y="215900"/>
                </a:lnTo>
                <a:lnTo>
                  <a:pt x="365125" y="428625"/>
                </a:lnTo>
                <a:cubicBezTo>
                  <a:pt x="364067" y="498475"/>
                  <a:pt x="363008" y="568325"/>
                  <a:pt x="361950" y="638175"/>
                </a:cubicBezTo>
                <a:close/>
              </a:path>
            </a:pathLst>
          </a:custGeom>
          <a:gradFill>
            <a:gsLst>
              <a:gs pos="50000">
                <a:srgbClr val="6258A6"/>
              </a:gs>
              <a:gs pos="0">
                <a:srgbClr val="66CCFF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681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8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1854763" y="0"/>
            <a:ext cx="10337237" cy="6858001"/>
            <a:chOff x="0" y="0"/>
            <a:chExt cx="10337237" cy="6858001"/>
          </a:xfrm>
        </p:grpSpPr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0" y="0"/>
              <a:ext cx="9965762" cy="6858001"/>
            </a:xfrm>
            <a:custGeom>
              <a:avLst/>
              <a:gdLst>
                <a:gd name="connsiteX0" fmla="*/ 7385001 w 9965762"/>
                <a:gd name="connsiteY0" fmla="*/ 5774783 h 6858001"/>
                <a:gd name="connsiteX1" fmla="*/ 7016701 w 9965762"/>
                <a:gd name="connsiteY1" fmla="*/ 5993858 h 6858001"/>
                <a:gd name="connsiteX2" fmla="*/ 7385001 w 9965762"/>
                <a:gd name="connsiteY2" fmla="*/ 6206583 h 6858001"/>
                <a:gd name="connsiteX3" fmla="*/ 7381057 w 9965762"/>
                <a:gd name="connsiteY3" fmla="*/ 4067175 h 6858001"/>
                <a:gd name="connsiteX4" fmla="*/ 7009582 w 9965762"/>
                <a:gd name="connsiteY4" fmla="*/ 4279900 h 6858001"/>
                <a:gd name="connsiteX5" fmla="*/ 7012757 w 9965762"/>
                <a:gd name="connsiteY5" fmla="*/ 4708525 h 6858001"/>
                <a:gd name="connsiteX6" fmla="*/ 7384232 w 9965762"/>
                <a:gd name="connsiteY6" fmla="*/ 4495800 h 6858001"/>
                <a:gd name="connsiteX7" fmla="*/ 7386331 w 9965762"/>
                <a:gd name="connsiteY7" fmla="*/ 2781300 h 6858001"/>
                <a:gd name="connsiteX8" fmla="*/ 7386331 w 9965762"/>
                <a:gd name="connsiteY8" fmla="*/ 3209925 h 6858001"/>
                <a:gd name="connsiteX9" fmla="*/ 7754631 w 9965762"/>
                <a:gd name="connsiteY9" fmla="*/ 2997200 h 6858001"/>
                <a:gd name="connsiteX10" fmla="*/ 7751456 w 9965762"/>
                <a:gd name="connsiteY10" fmla="*/ 2143125 h 6858001"/>
                <a:gd name="connsiteX11" fmla="*/ 7383156 w 9965762"/>
                <a:gd name="connsiteY11" fmla="*/ 2359025 h 6858001"/>
                <a:gd name="connsiteX12" fmla="*/ 7751456 w 9965762"/>
                <a:gd name="connsiteY12" fmla="*/ 2571750 h 6858001"/>
                <a:gd name="connsiteX13" fmla="*/ 0 w 9965762"/>
                <a:gd name="connsiteY13" fmla="*/ 0 h 6858001"/>
                <a:gd name="connsiteX14" fmla="*/ 929970 w 9965762"/>
                <a:gd name="connsiteY14" fmla="*/ 0 h 6858001"/>
                <a:gd name="connsiteX15" fmla="*/ 2120900 w 9965762"/>
                <a:gd name="connsiteY15" fmla="*/ 0 h 6858001"/>
                <a:gd name="connsiteX16" fmla="*/ 8497581 w 9965762"/>
                <a:gd name="connsiteY16" fmla="*/ 0 h 6858001"/>
                <a:gd name="connsiteX17" fmla="*/ 8494406 w 9965762"/>
                <a:gd name="connsiteY17" fmla="*/ 428625 h 6858001"/>
                <a:gd name="connsiteX18" fmla="*/ 8865881 w 9965762"/>
                <a:gd name="connsiteY18" fmla="*/ 641350 h 6858001"/>
                <a:gd name="connsiteX19" fmla="*/ 8869056 w 9965762"/>
                <a:gd name="connsiteY19" fmla="*/ 212725 h 6858001"/>
                <a:gd name="connsiteX20" fmla="*/ 8497581 w 9965762"/>
                <a:gd name="connsiteY20" fmla="*/ 0 h 6858001"/>
                <a:gd name="connsiteX21" fmla="*/ 9965762 w 9965762"/>
                <a:gd name="connsiteY21" fmla="*/ 0 h 6858001"/>
                <a:gd name="connsiteX22" fmla="*/ 9239920 w 9965762"/>
                <a:gd name="connsiteY22" fmla="*/ 428860 h 6858001"/>
                <a:gd name="connsiteX23" fmla="*/ 9228507 w 9965762"/>
                <a:gd name="connsiteY23" fmla="*/ 1285122 h 6858001"/>
                <a:gd name="connsiteX24" fmla="*/ 8498502 w 9965762"/>
                <a:gd name="connsiteY24" fmla="*/ 1717306 h 6858001"/>
                <a:gd name="connsiteX25" fmla="*/ 8498030 w 9965762"/>
                <a:gd name="connsiteY25" fmla="*/ 2137585 h 6858001"/>
                <a:gd name="connsiteX26" fmla="*/ 8127804 w 9965762"/>
                <a:gd name="connsiteY26" fmla="*/ 2351048 h 6858001"/>
                <a:gd name="connsiteX27" fmla="*/ 8131128 w 9965762"/>
                <a:gd name="connsiteY27" fmla="*/ 3212071 h 6858001"/>
                <a:gd name="connsiteX28" fmla="*/ 8489447 w 9965762"/>
                <a:gd name="connsiteY28" fmla="*/ 3422681 h 6858001"/>
                <a:gd name="connsiteX29" fmla="*/ 8498502 w 9965762"/>
                <a:gd name="connsiteY29" fmla="*/ 3856304 h 6858001"/>
                <a:gd name="connsiteX30" fmla="*/ 8131129 w 9965762"/>
                <a:gd name="connsiteY30" fmla="*/ 4066445 h 6858001"/>
                <a:gd name="connsiteX31" fmla="*/ 8128748 w 9965762"/>
                <a:gd name="connsiteY31" fmla="*/ 4499572 h 6858001"/>
                <a:gd name="connsiteX32" fmla="*/ 9236593 w 9965762"/>
                <a:gd name="connsiteY32" fmla="*/ 5138078 h 6858001"/>
                <a:gd name="connsiteX33" fmla="*/ 9228507 w 9965762"/>
                <a:gd name="connsiteY33" fmla="*/ 5558356 h 6858001"/>
                <a:gd name="connsiteX34" fmla="*/ 8860639 w 9965762"/>
                <a:gd name="connsiteY34" fmla="*/ 5789456 h 6858001"/>
                <a:gd name="connsiteX35" fmla="*/ 8857787 w 9965762"/>
                <a:gd name="connsiteY35" fmla="*/ 6201624 h 6858001"/>
                <a:gd name="connsiteX36" fmla="*/ 8477541 w 9965762"/>
                <a:gd name="connsiteY36" fmla="*/ 6446067 h 6858001"/>
                <a:gd name="connsiteX37" fmla="*/ 8506551 w 9965762"/>
                <a:gd name="connsiteY37" fmla="*/ 6858001 h 6858001"/>
                <a:gd name="connsiteX38" fmla="*/ 2120900 w 9965762"/>
                <a:gd name="connsiteY38" fmla="*/ 6858001 h 6858001"/>
                <a:gd name="connsiteX39" fmla="*/ 929970 w 9965762"/>
                <a:gd name="connsiteY39" fmla="*/ 6858001 h 6858001"/>
                <a:gd name="connsiteX40" fmla="*/ 0 w 9965762"/>
                <a:gd name="connsiteY40" fmla="*/ 6858001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965762" h="6858001">
                  <a:moveTo>
                    <a:pt x="7385001" y="5774783"/>
                  </a:moveTo>
                  <a:lnTo>
                    <a:pt x="7016701" y="5993858"/>
                  </a:lnTo>
                  <a:lnTo>
                    <a:pt x="7385001" y="6206583"/>
                  </a:lnTo>
                  <a:close/>
                  <a:moveTo>
                    <a:pt x="7381057" y="4067175"/>
                  </a:moveTo>
                  <a:lnTo>
                    <a:pt x="7009582" y="4279900"/>
                  </a:lnTo>
                  <a:lnTo>
                    <a:pt x="7012757" y="4708525"/>
                  </a:lnTo>
                  <a:lnTo>
                    <a:pt x="7384232" y="4495800"/>
                  </a:lnTo>
                  <a:close/>
                  <a:moveTo>
                    <a:pt x="7386331" y="2781300"/>
                  </a:moveTo>
                  <a:lnTo>
                    <a:pt x="7386331" y="3209925"/>
                  </a:lnTo>
                  <a:lnTo>
                    <a:pt x="7754631" y="2997200"/>
                  </a:lnTo>
                  <a:close/>
                  <a:moveTo>
                    <a:pt x="7751456" y="2143125"/>
                  </a:moveTo>
                  <a:lnTo>
                    <a:pt x="7383156" y="2359025"/>
                  </a:lnTo>
                  <a:lnTo>
                    <a:pt x="7751456" y="2571750"/>
                  </a:lnTo>
                  <a:close/>
                  <a:moveTo>
                    <a:pt x="0" y="0"/>
                  </a:moveTo>
                  <a:lnTo>
                    <a:pt x="929970" y="0"/>
                  </a:lnTo>
                  <a:lnTo>
                    <a:pt x="2120900" y="0"/>
                  </a:lnTo>
                  <a:lnTo>
                    <a:pt x="8497581" y="0"/>
                  </a:lnTo>
                  <a:lnTo>
                    <a:pt x="8494406" y="428625"/>
                  </a:lnTo>
                  <a:lnTo>
                    <a:pt x="8865881" y="641350"/>
                  </a:lnTo>
                  <a:lnTo>
                    <a:pt x="8869056" y="212725"/>
                  </a:lnTo>
                  <a:lnTo>
                    <a:pt x="8497581" y="0"/>
                  </a:lnTo>
                  <a:lnTo>
                    <a:pt x="9965762" y="0"/>
                  </a:lnTo>
                  <a:lnTo>
                    <a:pt x="9239920" y="428860"/>
                  </a:lnTo>
                  <a:cubicBezTo>
                    <a:pt x="9239291" y="426943"/>
                    <a:pt x="9226754" y="1296564"/>
                    <a:pt x="9228507" y="1285122"/>
                  </a:cubicBezTo>
                  <a:lnTo>
                    <a:pt x="8498502" y="1717306"/>
                  </a:lnTo>
                  <a:cubicBezTo>
                    <a:pt x="8497551" y="1866130"/>
                    <a:pt x="8498981" y="1988761"/>
                    <a:pt x="8498030" y="2137585"/>
                  </a:cubicBezTo>
                  <a:lnTo>
                    <a:pt x="8127804" y="2351048"/>
                  </a:lnTo>
                  <a:lnTo>
                    <a:pt x="8131128" y="3212071"/>
                  </a:lnTo>
                  <a:lnTo>
                    <a:pt x="8489447" y="3422681"/>
                  </a:lnTo>
                  <a:cubicBezTo>
                    <a:pt x="8488496" y="3570397"/>
                    <a:pt x="8499453" y="3708588"/>
                    <a:pt x="8498502" y="3856304"/>
                  </a:cubicBezTo>
                  <a:lnTo>
                    <a:pt x="8131129" y="4066445"/>
                  </a:lnTo>
                  <a:cubicBezTo>
                    <a:pt x="8131923" y="4210821"/>
                    <a:pt x="8127954" y="4355196"/>
                    <a:pt x="8128748" y="4499572"/>
                  </a:cubicBezTo>
                  <a:lnTo>
                    <a:pt x="9236593" y="5138078"/>
                  </a:lnTo>
                  <a:cubicBezTo>
                    <a:pt x="9234691" y="5278965"/>
                    <a:pt x="9230409" y="5417469"/>
                    <a:pt x="9228507" y="5558356"/>
                  </a:cubicBezTo>
                  <a:lnTo>
                    <a:pt x="8860639" y="5789456"/>
                  </a:lnTo>
                  <a:cubicBezTo>
                    <a:pt x="8859688" y="5926845"/>
                    <a:pt x="8858738" y="6064235"/>
                    <a:pt x="8857787" y="6201624"/>
                  </a:cubicBezTo>
                  <a:lnTo>
                    <a:pt x="8477541" y="6446067"/>
                  </a:lnTo>
                  <a:lnTo>
                    <a:pt x="8506551" y="6858001"/>
                  </a:lnTo>
                  <a:lnTo>
                    <a:pt x="2120900" y="6858001"/>
                  </a:lnTo>
                  <a:lnTo>
                    <a:pt x="929970" y="6858001"/>
                  </a:lnTo>
                  <a:lnTo>
                    <a:pt x="0" y="685800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4" name="Freeform 30"/>
            <p:cNvSpPr>
              <a:spLocks/>
            </p:cNvSpPr>
            <p:nvPr userDrawn="1"/>
          </p:nvSpPr>
          <p:spPr bwMode="auto">
            <a:xfrm flipH="1">
              <a:off x="8859274" y="3425825"/>
              <a:ext cx="371475" cy="857250"/>
            </a:xfrm>
            <a:custGeom>
              <a:avLst/>
              <a:gdLst>
                <a:gd name="T0" fmla="*/ 0 w 234"/>
                <a:gd name="T1" fmla="*/ 0 h 540"/>
                <a:gd name="T2" fmla="*/ 0 w 234"/>
                <a:gd name="T3" fmla="*/ 540 h 540"/>
                <a:gd name="T4" fmla="*/ 234 w 234"/>
                <a:gd name="T5" fmla="*/ 406 h 540"/>
                <a:gd name="T6" fmla="*/ 234 w 234"/>
                <a:gd name="T7" fmla="*/ 134 h 540"/>
                <a:gd name="T8" fmla="*/ 0 w 234"/>
                <a:gd name="T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0">
                  <a:moveTo>
                    <a:pt x="0" y="0"/>
                  </a:moveTo>
                  <a:lnTo>
                    <a:pt x="0" y="540"/>
                  </a:lnTo>
                  <a:lnTo>
                    <a:pt x="234" y="406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149E7C"/>
                </a:gs>
                <a:gs pos="0">
                  <a:srgbClr val="1EAE7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31"/>
            <p:cNvSpPr>
              <a:spLocks/>
            </p:cNvSpPr>
            <p:nvPr userDrawn="1"/>
          </p:nvSpPr>
          <p:spPr bwMode="auto">
            <a:xfrm flipH="1">
              <a:off x="7382899" y="3425825"/>
              <a:ext cx="742950" cy="644525"/>
            </a:xfrm>
            <a:custGeom>
              <a:avLst/>
              <a:gdLst>
                <a:gd name="T0" fmla="*/ 2 w 468"/>
                <a:gd name="T1" fmla="*/ 406 h 406"/>
                <a:gd name="T2" fmla="*/ 468 w 468"/>
                <a:gd name="T3" fmla="*/ 134 h 406"/>
                <a:gd name="T4" fmla="*/ 234 w 468"/>
                <a:gd name="T5" fmla="*/ 0 h 406"/>
                <a:gd name="T6" fmla="*/ 0 w 468"/>
                <a:gd name="T7" fmla="*/ 136 h 406"/>
                <a:gd name="T8" fmla="*/ 2 w 468"/>
                <a:gd name="T9" fmla="*/ 40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406">
                  <a:moveTo>
                    <a:pt x="2" y="406"/>
                  </a:moveTo>
                  <a:lnTo>
                    <a:pt x="468" y="134"/>
                  </a:lnTo>
                  <a:lnTo>
                    <a:pt x="234" y="0"/>
                  </a:lnTo>
                  <a:lnTo>
                    <a:pt x="0" y="136"/>
                  </a:lnTo>
                  <a:lnTo>
                    <a:pt x="2" y="406"/>
                  </a:lnTo>
                  <a:close/>
                </a:path>
              </a:pathLst>
            </a:custGeom>
            <a:gradFill>
              <a:gsLst>
                <a:gs pos="100000">
                  <a:srgbClr val="EE6134"/>
                </a:gs>
                <a:gs pos="0">
                  <a:srgbClr val="FF6E3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32"/>
            <p:cNvSpPr>
              <a:spLocks/>
            </p:cNvSpPr>
            <p:nvPr userDrawn="1"/>
          </p:nvSpPr>
          <p:spPr bwMode="auto">
            <a:xfrm flipH="1">
              <a:off x="9968937" y="4067175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4E498C"/>
                </a:gs>
                <a:gs pos="0">
                  <a:srgbClr val="544D9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33"/>
            <p:cNvSpPr>
              <a:spLocks/>
            </p:cNvSpPr>
            <p:nvPr userDrawn="1"/>
          </p:nvSpPr>
          <p:spPr bwMode="auto">
            <a:xfrm flipH="1">
              <a:off x="9230750" y="4708525"/>
              <a:ext cx="366712" cy="431800"/>
            </a:xfrm>
            <a:custGeom>
              <a:avLst/>
              <a:gdLst>
                <a:gd name="T0" fmla="*/ 0 w 231"/>
                <a:gd name="T1" fmla="*/ 136 h 272"/>
                <a:gd name="T2" fmla="*/ 231 w 231"/>
                <a:gd name="T3" fmla="*/ 0 h 272"/>
                <a:gd name="T4" fmla="*/ 231 w 231"/>
                <a:gd name="T5" fmla="*/ 272 h 272"/>
                <a:gd name="T6" fmla="*/ 0 w 231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272">
                  <a:moveTo>
                    <a:pt x="0" y="136"/>
                  </a:moveTo>
                  <a:lnTo>
                    <a:pt x="231" y="0"/>
                  </a:lnTo>
                  <a:lnTo>
                    <a:pt x="231" y="272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A64D40"/>
                </a:gs>
                <a:gs pos="0">
                  <a:srgbClr val="BB533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34"/>
            <p:cNvSpPr>
              <a:spLocks/>
            </p:cNvSpPr>
            <p:nvPr userDrawn="1"/>
          </p:nvSpPr>
          <p:spPr bwMode="auto">
            <a:xfrm flipH="1">
              <a:off x="7751199" y="1282700"/>
              <a:ext cx="371475" cy="428625"/>
            </a:xfrm>
            <a:custGeom>
              <a:avLst/>
              <a:gdLst>
                <a:gd name="T0" fmla="*/ 0 w 234"/>
                <a:gd name="T1" fmla="*/ 134 h 270"/>
                <a:gd name="T2" fmla="*/ 234 w 234"/>
                <a:gd name="T3" fmla="*/ 0 h 270"/>
                <a:gd name="T4" fmla="*/ 234 w 234"/>
                <a:gd name="T5" fmla="*/ 270 h 270"/>
                <a:gd name="T6" fmla="*/ 0 w 234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134"/>
                  </a:moveTo>
                  <a:lnTo>
                    <a:pt x="234" y="0"/>
                  </a:lnTo>
                  <a:lnTo>
                    <a:pt x="234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96CC65"/>
                </a:gs>
                <a:gs pos="0">
                  <a:srgbClr val="87C227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5"/>
            <p:cNvSpPr>
              <a:spLocks/>
            </p:cNvSpPr>
            <p:nvPr userDrawn="1"/>
          </p:nvSpPr>
          <p:spPr bwMode="auto">
            <a:xfrm flipH="1">
              <a:off x="8494149" y="1924050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FF9441"/>
                </a:gs>
                <a:gs pos="0">
                  <a:srgbClr val="FE954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6"/>
            <p:cNvSpPr>
              <a:spLocks/>
            </p:cNvSpPr>
            <p:nvPr userDrawn="1"/>
          </p:nvSpPr>
          <p:spPr bwMode="auto">
            <a:xfrm flipH="1">
              <a:off x="9597462" y="5137150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1E6B74"/>
                </a:gs>
                <a:gs pos="0">
                  <a:srgbClr val="1B737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7"/>
            <p:cNvSpPr>
              <a:spLocks/>
            </p:cNvSpPr>
            <p:nvPr userDrawn="1"/>
          </p:nvSpPr>
          <p:spPr bwMode="auto">
            <a:xfrm flipH="1">
              <a:off x="7386074" y="4708525"/>
              <a:ext cx="368300" cy="431800"/>
            </a:xfrm>
            <a:custGeom>
              <a:avLst/>
              <a:gdLst>
                <a:gd name="T0" fmla="*/ 232 w 232"/>
                <a:gd name="T1" fmla="*/ 138 h 272"/>
                <a:gd name="T2" fmla="*/ 0 w 232"/>
                <a:gd name="T3" fmla="*/ 272 h 272"/>
                <a:gd name="T4" fmla="*/ 0 w 232"/>
                <a:gd name="T5" fmla="*/ 0 h 272"/>
                <a:gd name="T6" fmla="*/ 232 w 232"/>
                <a:gd name="T7" fmla="*/ 13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232" y="138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2" y="138"/>
                  </a:lnTo>
                  <a:close/>
                </a:path>
              </a:pathLst>
            </a:custGeom>
            <a:gradFill>
              <a:gsLst>
                <a:gs pos="100000">
                  <a:srgbClr val="484484"/>
                </a:gs>
                <a:gs pos="0">
                  <a:srgbClr val="4F498C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8"/>
            <p:cNvSpPr>
              <a:spLocks/>
            </p:cNvSpPr>
            <p:nvPr userDrawn="1"/>
          </p:nvSpPr>
          <p:spPr bwMode="auto">
            <a:xfrm flipH="1">
              <a:off x="9597462" y="6419850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353055"/>
                </a:gs>
                <a:gs pos="0">
                  <a:srgbClr val="48324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39"/>
            <p:cNvSpPr>
              <a:spLocks/>
            </p:cNvSpPr>
            <p:nvPr userDrawn="1"/>
          </p:nvSpPr>
          <p:spPr bwMode="auto">
            <a:xfrm flipH="1">
              <a:off x="7754374" y="6207125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0326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40"/>
            <p:cNvSpPr>
              <a:spLocks/>
            </p:cNvSpPr>
            <p:nvPr userDrawn="1"/>
          </p:nvSpPr>
          <p:spPr bwMode="auto">
            <a:xfrm flipH="1">
              <a:off x="7751199" y="5565775"/>
              <a:ext cx="371475" cy="428625"/>
            </a:xfrm>
            <a:custGeom>
              <a:avLst/>
              <a:gdLst>
                <a:gd name="T0" fmla="*/ 0 w 234"/>
                <a:gd name="T1" fmla="*/ 136 h 270"/>
                <a:gd name="T2" fmla="*/ 234 w 234"/>
                <a:gd name="T3" fmla="*/ 270 h 270"/>
                <a:gd name="T4" fmla="*/ 234 w 234"/>
                <a:gd name="T5" fmla="*/ 0 h 270"/>
                <a:gd name="T6" fmla="*/ 0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136"/>
                  </a:moveTo>
                  <a:lnTo>
                    <a:pt x="234" y="270"/>
                  </a:lnTo>
                  <a:lnTo>
                    <a:pt x="234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7C535D"/>
                </a:gs>
                <a:gs pos="0">
                  <a:srgbClr val="82434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41"/>
            <p:cNvSpPr>
              <a:spLocks/>
            </p:cNvSpPr>
            <p:nvPr userDrawn="1"/>
          </p:nvSpPr>
          <p:spPr bwMode="auto">
            <a:xfrm flipH="1">
              <a:off x="8862449" y="5994400"/>
              <a:ext cx="374650" cy="641350"/>
            </a:xfrm>
            <a:custGeom>
              <a:avLst/>
              <a:gdLst>
                <a:gd name="T0" fmla="*/ 2 w 236"/>
                <a:gd name="T1" fmla="*/ 0 h 404"/>
                <a:gd name="T2" fmla="*/ 0 w 236"/>
                <a:gd name="T3" fmla="*/ 270 h 404"/>
                <a:gd name="T4" fmla="*/ 234 w 236"/>
                <a:gd name="T5" fmla="*/ 404 h 404"/>
                <a:gd name="T6" fmla="*/ 236 w 236"/>
                <a:gd name="T7" fmla="*/ 134 h 404"/>
                <a:gd name="T8" fmla="*/ 2 w 236"/>
                <a:gd name="T9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404">
                  <a:moveTo>
                    <a:pt x="2" y="0"/>
                  </a:moveTo>
                  <a:lnTo>
                    <a:pt x="0" y="270"/>
                  </a:lnTo>
                  <a:lnTo>
                    <a:pt x="234" y="404"/>
                  </a:lnTo>
                  <a:lnTo>
                    <a:pt x="236" y="134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6366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42"/>
            <p:cNvSpPr>
              <a:spLocks/>
            </p:cNvSpPr>
            <p:nvPr userDrawn="1"/>
          </p:nvSpPr>
          <p:spPr bwMode="auto">
            <a:xfrm flipH="1">
              <a:off x="8119499" y="854075"/>
              <a:ext cx="739775" cy="428625"/>
            </a:xfrm>
            <a:custGeom>
              <a:avLst/>
              <a:gdLst>
                <a:gd name="T0" fmla="*/ 466 w 466"/>
                <a:gd name="T1" fmla="*/ 136 h 270"/>
                <a:gd name="T2" fmla="*/ 232 w 466"/>
                <a:gd name="T3" fmla="*/ 270 h 270"/>
                <a:gd name="T4" fmla="*/ 0 w 466"/>
                <a:gd name="T5" fmla="*/ 136 h 270"/>
                <a:gd name="T6" fmla="*/ 232 w 466"/>
                <a:gd name="T7" fmla="*/ 0 h 270"/>
                <a:gd name="T8" fmla="*/ 466 w 466"/>
                <a:gd name="T9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270">
                  <a:moveTo>
                    <a:pt x="466" y="136"/>
                  </a:moveTo>
                  <a:lnTo>
                    <a:pt x="232" y="270"/>
                  </a:lnTo>
                  <a:lnTo>
                    <a:pt x="0" y="136"/>
                  </a:lnTo>
                  <a:lnTo>
                    <a:pt x="232" y="0"/>
                  </a:lnTo>
                  <a:lnTo>
                    <a:pt x="466" y="136"/>
                  </a:lnTo>
                  <a:close/>
                </a:path>
              </a:pathLst>
            </a:custGeom>
            <a:gradFill>
              <a:gsLst>
                <a:gs pos="100000">
                  <a:srgbClr val="60AEEA"/>
                </a:gs>
                <a:gs pos="0">
                  <a:srgbClr val="65BDF4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43"/>
            <p:cNvSpPr>
              <a:spLocks/>
            </p:cNvSpPr>
            <p:nvPr userDrawn="1"/>
          </p:nvSpPr>
          <p:spPr bwMode="auto">
            <a:xfrm flipH="1">
              <a:off x="8119499" y="5137150"/>
              <a:ext cx="739775" cy="428625"/>
            </a:xfrm>
            <a:custGeom>
              <a:avLst/>
              <a:gdLst>
                <a:gd name="T0" fmla="*/ 466 w 466"/>
                <a:gd name="T1" fmla="*/ 134 h 270"/>
                <a:gd name="T2" fmla="*/ 232 w 466"/>
                <a:gd name="T3" fmla="*/ 270 h 270"/>
                <a:gd name="T4" fmla="*/ 0 w 466"/>
                <a:gd name="T5" fmla="*/ 134 h 270"/>
                <a:gd name="T6" fmla="*/ 232 w 466"/>
                <a:gd name="T7" fmla="*/ 0 h 270"/>
                <a:gd name="T8" fmla="*/ 466 w 466"/>
                <a:gd name="T9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270">
                  <a:moveTo>
                    <a:pt x="466" y="134"/>
                  </a:moveTo>
                  <a:lnTo>
                    <a:pt x="232" y="270"/>
                  </a:lnTo>
                  <a:lnTo>
                    <a:pt x="0" y="134"/>
                  </a:lnTo>
                  <a:lnTo>
                    <a:pt x="232" y="0"/>
                  </a:lnTo>
                  <a:lnTo>
                    <a:pt x="466" y="134"/>
                  </a:lnTo>
                  <a:close/>
                </a:path>
              </a:pathLst>
            </a:custGeom>
            <a:gradFill>
              <a:gsLst>
                <a:gs pos="100000">
                  <a:srgbClr val="1D6871"/>
                </a:gs>
                <a:gs pos="0">
                  <a:srgbClr val="1B747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44"/>
            <p:cNvSpPr>
              <a:spLocks/>
            </p:cNvSpPr>
            <p:nvPr userDrawn="1"/>
          </p:nvSpPr>
          <p:spPr bwMode="auto">
            <a:xfrm flipH="1">
              <a:off x="9600637" y="425450"/>
              <a:ext cx="365125" cy="1069975"/>
            </a:xfrm>
            <a:custGeom>
              <a:avLst/>
              <a:gdLst>
                <a:gd name="T0" fmla="*/ 230 w 230"/>
                <a:gd name="T1" fmla="*/ 674 h 674"/>
                <a:gd name="T2" fmla="*/ 0 w 230"/>
                <a:gd name="T3" fmla="*/ 540 h 674"/>
                <a:gd name="T4" fmla="*/ 0 w 230"/>
                <a:gd name="T5" fmla="*/ 0 h 674"/>
                <a:gd name="T6" fmla="*/ 230 w 230"/>
                <a:gd name="T7" fmla="*/ 136 h 674"/>
                <a:gd name="T8" fmla="*/ 230 w 230"/>
                <a:gd name="T9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674">
                  <a:moveTo>
                    <a:pt x="230" y="674"/>
                  </a:moveTo>
                  <a:lnTo>
                    <a:pt x="0" y="540"/>
                  </a:lnTo>
                  <a:lnTo>
                    <a:pt x="0" y="0"/>
                  </a:lnTo>
                  <a:lnTo>
                    <a:pt x="230" y="136"/>
                  </a:lnTo>
                  <a:lnTo>
                    <a:pt x="230" y="674"/>
                  </a:lnTo>
                  <a:close/>
                </a:path>
              </a:pathLst>
            </a:custGeom>
            <a:gradFill>
              <a:gsLst>
                <a:gs pos="100000">
                  <a:srgbClr val="FFAC49"/>
                </a:gs>
                <a:gs pos="0">
                  <a:srgbClr val="FDBD4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8711" y="1496859"/>
            <a:ext cx="3796431" cy="2674307"/>
          </a:xfrm>
        </p:spPr>
        <p:txBody>
          <a:bodyPr lIns="0" tIns="0" rIns="0" bIns="0" anchor="b">
            <a:noAutofit/>
          </a:bodyPr>
          <a:lstStyle>
            <a:lvl1pPr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Slide title goes here</a:t>
            </a:r>
            <a:endParaRPr lang="ar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8711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rgbClr val="8D8FA4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40D795-3B71-D04C-A435-56E00A183FA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016129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rgbClr val="8D8FA4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1" name="Picture Placeholder 74"/>
          <p:cNvSpPr>
            <a:spLocks noGrp="1"/>
          </p:cNvSpPr>
          <p:nvPr>
            <p:ph type="pic" sz="quarter" idx="12"/>
          </p:nvPr>
        </p:nvSpPr>
        <p:spPr>
          <a:xfrm flipH="1">
            <a:off x="0" y="0"/>
            <a:ext cx="5185850" cy="6858000"/>
          </a:xfrm>
          <a:custGeom>
            <a:avLst/>
            <a:gdLst>
              <a:gd name="connsiteX0" fmla="*/ 2956949 w 5185850"/>
              <a:gd name="connsiteY0" fmla="*/ 6426585 h 6858000"/>
              <a:gd name="connsiteX1" fmla="*/ 2597149 w 5185850"/>
              <a:gd name="connsiteY1" fmla="*/ 6635701 h 6858000"/>
              <a:gd name="connsiteX2" fmla="*/ 2956949 w 5185850"/>
              <a:gd name="connsiteY2" fmla="*/ 6841741 h 6858000"/>
              <a:gd name="connsiteX3" fmla="*/ 2221987 w 5185850"/>
              <a:gd name="connsiteY3" fmla="*/ 6004478 h 6858000"/>
              <a:gd name="connsiteX4" fmla="*/ 1862186 w 5185850"/>
              <a:gd name="connsiteY4" fmla="*/ 6210518 h 6858000"/>
              <a:gd name="connsiteX5" fmla="*/ 1865261 w 5185850"/>
              <a:gd name="connsiteY5" fmla="*/ 6625672 h 6858000"/>
              <a:gd name="connsiteX6" fmla="*/ 2225062 w 5185850"/>
              <a:gd name="connsiteY6" fmla="*/ 6419633 h 6858000"/>
              <a:gd name="connsiteX7" fmla="*/ 375419 w 5185850"/>
              <a:gd name="connsiteY7" fmla="*/ 5774782 h 6858000"/>
              <a:gd name="connsiteX8" fmla="*/ 375419 w 5185850"/>
              <a:gd name="connsiteY8" fmla="*/ 6206582 h 6858000"/>
              <a:gd name="connsiteX9" fmla="*/ 7119 w 5185850"/>
              <a:gd name="connsiteY9" fmla="*/ 5993857 h 6858000"/>
              <a:gd name="connsiteX10" fmla="*/ 2956949 w 5185850"/>
              <a:gd name="connsiteY10" fmla="*/ 5143885 h 6858000"/>
              <a:gd name="connsiteX11" fmla="*/ 2597149 w 5185850"/>
              <a:gd name="connsiteY11" fmla="*/ 5353001 h 6858000"/>
              <a:gd name="connsiteX12" fmla="*/ 2956949 w 5185850"/>
              <a:gd name="connsiteY12" fmla="*/ 5559041 h 6858000"/>
              <a:gd name="connsiteX13" fmla="*/ 2230362 w 5185850"/>
              <a:gd name="connsiteY13" fmla="*/ 4715310 h 6858000"/>
              <a:gd name="connsiteX14" fmla="*/ 2230362 w 5185850"/>
              <a:gd name="connsiteY14" fmla="*/ 5133540 h 6858000"/>
              <a:gd name="connsiteX15" fmla="*/ 2585550 w 5185850"/>
              <a:gd name="connsiteY15" fmla="*/ 4924425 h 6858000"/>
              <a:gd name="connsiteX16" fmla="*/ 3325300 w 5185850"/>
              <a:gd name="connsiteY16" fmla="*/ 4073910 h 6858000"/>
              <a:gd name="connsiteX17" fmla="*/ 2968574 w 5185850"/>
              <a:gd name="connsiteY17" fmla="*/ 4283026 h 6858000"/>
              <a:gd name="connsiteX18" fmla="*/ 3325300 w 5185850"/>
              <a:gd name="connsiteY18" fmla="*/ 4489066 h 6858000"/>
              <a:gd name="connsiteX19" fmla="*/ 371475 w 5185850"/>
              <a:gd name="connsiteY19" fmla="*/ 4067174 h 6858000"/>
              <a:gd name="connsiteX20" fmla="*/ 374650 w 5185850"/>
              <a:gd name="connsiteY20" fmla="*/ 4495799 h 6858000"/>
              <a:gd name="connsiteX21" fmla="*/ 3175 w 5185850"/>
              <a:gd name="connsiteY21" fmla="*/ 4708524 h 6858000"/>
              <a:gd name="connsiteX22" fmla="*/ 0 w 5185850"/>
              <a:gd name="connsiteY22" fmla="*/ 4279899 h 6858000"/>
              <a:gd name="connsiteX23" fmla="*/ 2218761 w 5185850"/>
              <a:gd name="connsiteY23" fmla="*/ 3439295 h 6858000"/>
              <a:gd name="connsiteX24" fmla="*/ 1858961 w 5185850"/>
              <a:gd name="connsiteY24" fmla="*/ 3645335 h 6858000"/>
              <a:gd name="connsiteX25" fmla="*/ 1858961 w 5185850"/>
              <a:gd name="connsiteY25" fmla="*/ 4063565 h 6858000"/>
              <a:gd name="connsiteX26" fmla="*/ 2218761 w 5185850"/>
              <a:gd name="connsiteY26" fmla="*/ 4269605 h 6858000"/>
              <a:gd name="connsiteX27" fmla="*/ 376749 w 5185850"/>
              <a:gd name="connsiteY27" fmla="*/ 2781299 h 6858000"/>
              <a:gd name="connsiteX28" fmla="*/ 745049 w 5185850"/>
              <a:gd name="connsiteY28" fmla="*/ 2997199 h 6858000"/>
              <a:gd name="connsiteX29" fmla="*/ 376749 w 5185850"/>
              <a:gd name="connsiteY29" fmla="*/ 3209924 h 6858000"/>
              <a:gd name="connsiteX30" fmla="*/ 741874 w 5185850"/>
              <a:gd name="connsiteY30" fmla="*/ 2143124 h 6858000"/>
              <a:gd name="connsiteX31" fmla="*/ 741874 w 5185850"/>
              <a:gd name="connsiteY31" fmla="*/ 2571749 h 6858000"/>
              <a:gd name="connsiteX32" fmla="*/ 373574 w 5185850"/>
              <a:gd name="connsiteY32" fmla="*/ 2359024 h 6858000"/>
              <a:gd name="connsiteX33" fmla="*/ 1850512 w 5185850"/>
              <a:gd name="connsiteY33" fmla="*/ 1930786 h 6858000"/>
              <a:gd name="connsiteX34" fmla="*/ 1493786 w 5185850"/>
              <a:gd name="connsiteY34" fmla="*/ 2139901 h 6858000"/>
              <a:gd name="connsiteX35" fmla="*/ 1850512 w 5185850"/>
              <a:gd name="connsiteY35" fmla="*/ 2345941 h 6858000"/>
              <a:gd name="connsiteX36" fmla="*/ 2953874 w 5185850"/>
              <a:gd name="connsiteY36" fmla="*/ 442263 h 6858000"/>
              <a:gd name="connsiteX37" fmla="*/ 2600224 w 5185850"/>
              <a:gd name="connsiteY37" fmla="*/ 651379 h 6858000"/>
              <a:gd name="connsiteX38" fmla="*/ 2600224 w 5185850"/>
              <a:gd name="connsiteY38" fmla="*/ 1478615 h 6858000"/>
              <a:gd name="connsiteX39" fmla="*/ 2953874 w 5185850"/>
              <a:gd name="connsiteY39" fmla="*/ 1272575 h 6858000"/>
              <a:gd name="connsiteX40" fmla="*/ 2956178 w 5185850"/>
              <a:gd name="connsiteY40" fmla="*/ 0 h 6858000"/>
              <a:gd name="connsiteX41" fmla="*/ 5185850 w 5185850"/>
              <a:gd name="connsiteY41" fmla="*/ 0 h 6858000"/>
              <a:gd name="connsiteX42" fmla="*/ 5185850 w 5185850"/>
              <a:gd name="connsiteY42" fmla="*/ 6858000 h 6858000"/>
              <a:gd name="connsiteX43" fmla="*/ 1496969 w 5185850"/>
              <a:gd name="connsiteY43" fmla="*/ 6858000 h 6858000"/>
              <a:gd name="connsiteX44" fmla="*/ 1467959 w 5185850"/>
              <a:gd name="connsiteY44" fmla="*/ 6446066 h 6858000"/>
              <a:gd name="connsiteX45" fmla="*/ 1848205 w 5185850"/>
              <a:gd name="connsiteY45" fmla="*/ 6201623 h 6858000"/>
              <a:gd name="connsiteX46" fmla="*/ 1851057 w 5185850"/>
              <a:gd name="connsiteY46" fmla="*/ 5789455 h 6858000"/>
              <a:gd name="connsiteX47" fmla="*/ 2218925 w 5185850"/>
              <a:gd name="connsiteY47" fmla="*/ 5558355 h 6858000"/>
              <a:gd name="connsiteX48" fmla="*/ 2227011 w 5185850"/>
              <a:gd name="connsiteY48" fmla="*/ 5138077 h 6858000"/>
              <a:gd name="connsiteX49" fmla="*/ 1119166 w 5185850"/>
              <a:gd name="connsiteY49" fmla="*/ 4499571 h 6858000"/>
              <a:gd name="connsiteX50" fmla="*/ 1121547 w 5185850"/>
              <a:gd name="connsiteY50" fmla="*/ 4066444 h 6858000"/>
              <a:gd name="connsiteX51" fmla="*/ 1488920 w 5185850"/>
              <a:gd name="connsiteY51" fmla="*/ 3856303 h 6858000"/>
              <a:gd name="connsiteX52" fmla="*/ 1479865 w 5185850"/>
              <a:gd name="connsiteY52" fmla="*/ 3422680 h 6858000"/>
              <a:gd name="connsiteX53" fmla="*/ 1121546 w 5185850"/>
              <a:gd name="connsiteY53" fmla="*/ 3212070 h 6858000"/>
              <a:gd name="connsiteX54" fmla="*/ 1118222 w 5185850"/>
              <a:gd name="connsiteY54" fmla="*/ 2351047 h 6858000"/>
              <a:gd name="connsiteX55" fmla="*/ 1488448 w 5185850"/>
              <a:gd name="connsiteY55" fmla="*/ 2137584 h 6858000"/>
              <a:gd name="connsiteX56" fmla="*/ 1488920 w 5185850"/>
              <a:gd name="connsiteY56" fmla="*/ 1717305 h 6858000"/>
              <a:gd name="connsiteX57" fmla="*/ 2218925 w 5185850"/>
              <a:gd name="connsiteY57" fmla="*/ 1285121 h 6858000"/>
              <a:gd name="connsiteX58" fmla="*/ 2230338 w 5185850"/>
              <a:gd name="connsiteY58" fmla="*/ 428859 h 6858000"/>
              <a:gd name="connsiteX59" fmla="*/ 1487999 w 5185850"/>
              <a:gd name="connsiteY59" fmla="*/ 0 h 6858000"/>
              <a:gd name="connsiteX60" fmla="*/ 1488001 w 5185850"/>
              <a:gd name="connsiteY60" fmla="*/ 0 h 6858000"/>
              <a:gd name="connsiteX61" fmla="*/ 1859474 w 5185850"/>
              <a:gd name="connsiteY61" fmla="*/ 212724 h 6858000"/>
              <a:gd name="connsiteX62" fmla="*/ 1856299 w 5185850"/>
              <a:gd name="connsiteY62" fmla="*/ 641349 h 6858000"/>
              <a:gd name="connsiteX63" fmla="*/ 1484824 w 5185850"/>
              <a:gd name="connsiteY63" fmla="*/ 4286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185850" h="6858000">
                <a:moveTo>
                  <a:pt x="2956949" y="6426585"/>
                </a:moveTo>
                <a:lnTo>
                  <a:pt x="2597149" y="6635701"/>
                </a:lnTo>
                <a:lnTo>
                  <a:pt x="2956949" y="6841741"/>
                </a:lnTo>
                <a:close/>
                <a:moveTo>
                  <a:pt x="2221987" y="6004478"/>
                </a:moveTo>
                <a:lnTo>
                  <a:pt x="1862186" y="6210518"/>
                </a:lnTo>
                <a:lnTo>
                  <a:pt x="1865261" y="6625672"/>
                </a:lnTo>
                <a:lnTo>
                  <a:pt x="2225062" y="6419633"/>
                </a:lnTo>
                <a:close/>
                <a:moveTo>
                  <a:pt x="375419" y="5774782"/>
                </a:moveTo>
                <a:lnTo>
                  <a:pt x="375419" y="6206582"/>
                </a:lnTo>
                <a:lnTo>
                  <a:pt x="7119" y="5993857"/>
                </a:lnTo>
                <a:close/>
                <a:moveTo>
                  <a:pt x="2956949" y="5143885"/>
                </a:moveTo>
                <a:lnTo>
                  <a:pt x="2597149" y="5353001"/>
                </a:lnTo>
                <a:lnTo>
                  <a:pt x="2956949" y="5559041"/>
                </a:lnTo>
                <a:close/>
                <a:moveTo>
                  <a:pt x="2230362" y="4715310"/>
                </a:moveTo>
                <a:lnTo>
                  <a:pt x="2230362" y="5133540"/>
                </a:lnTo>
                <a:lnTo>
                  <a:pt x="2585550" y="4924425"/>
                </a:lnTo>
                <a:close/>
                <a:moveTo>
                  <a:pt x="3325300" y="4073910"/>
                </a:moveTo>
                <a:lnTo>
                  <a:pt x="2968574" y="4283026"/>
                </a:lnTo>
                <a:lnTo>
                  <a:pt x="3325300" y="4489066"/>
                </a:lnTo>
                <a:close/>
                <a:moveTo>
                  <a:pt x="371475" y="4067174"/>
                </a:moveTo>
                <a:lnTo>
                  <a:pt x="374650" y="4495799"/>
                </a:lnTo>
                <a:lnTo>
                  <a:pt x="3175" y="4708524"/>
                </a:lnTo>
                <a:lnTo>
                  <a:pt x="0" y="4279899"/>
                </a:lnTo>
                <a:close/>
                <a:moveTo>
                  <a:pt x="2218761" y="3439295"/>
                </a:moveTo>
                <a:lnTo>
                  <a:pt x="1858961" y="3645335"/>
                </a:lnTo>
                <a:lnTo>
                  <a:pt x="1858961" y="4063565"/>
                </a:lnTo>
                <a:lnTo>
                  <a:pt x="2218761" y="4269605"/>
                </a:lnTo>
                <a:close/>
                <a:moveTo>
                  <a:pt x="376749" y="2781299"/>
                </a:moveTo>
                <a:lnTo>
                  <a:pt x="745049" y="2997199"/>
                </a:lnTo>
                <a:lnTo>
                  <a:pt x="376749" y="3209924"/>
                </a:lnTo>
                <a:close/>
                <a:moveTo>
                  <a:pt x="741874" y="2143124"/>
                </a:moveTo>
                <a:lnTo>
                  <a:pt x="741874" y="2571749"/>
                </a:lnTo>
                <a:lnTo>
                  <a:pt x="373574" y="2359024"/>
                </a:lnTo>
                <a:close/>
                <a:moveTo>
                  <a:pt x="1850512" y="1930786"/>
                </a:moveTo>
                <a:lnTo>
                  <a:pt x="1493786" y="2139901"/>
                </a:lnTo>
                <a:lnTo>
                  <a:pt x="1850512" y="2345941"/>
                </a:lnTo>
                <a:close/>
                <a:moveTo>
                  <a:pt x="2953874" y="442263"/>
                </a:moveTo>
                <a:lnTo>
                  <a:pt x="2600224" y="651379"/>
                </a:lnTo>
                <a:lnTo>
                  <a:pt x="2600224" y="1478615"/>
                </a:lnTo>
                <a:lnTo>
                  <a:pt x="2953874" y="1272575"/>
                </a:lnTo>
                <a:close/>
                <a:moveTo>
                  <a:pt x="2956178" y="0"/>
                </a:moveTo>
                <a:lnTo>
                  <a:pt x="5185850" y="0"/>
                </a:lnTo>
                <a:lnTo>
                  <a:pt x="5185850" y="6858000"/>
                </a:lnTo>
                <a:lnTo>
                  <a:pt x="1496969" y="6858000"/>
                </a:lnTo>
                <a:lnTo>
                  <a:pt x="1467959" y="6446066"/>
                </a:lnTo>
                <a:lnTo>
                  <a:pt x="1848205" y="6201623"/>
                </a:lnTo>
                <a:cubicBezTo>
                  <a:pt x="1849156" y="6064234"/>
                  <a:pt x="1850106" y="5926844"/>
                  <a:pt x="1851057" y="5789455"/>
                </a:cubicBezTo>
                <a:lnTo>
                  <a:pt x="2218925" y="5558355"/>
                </a:lnTo>
                <a:cubicBezTo>
                  <a:pt x="2220827" y="5417468"/>
                  <a:pt x="2225109" y="5278964"/>
                  <a:pt x="2227011" y="5138077"/>
                </a:cubicBezTo>
                <a:lnTo>
                  <a:pt x="1119166" y="4499571"/>
                </a:lnTo>
                <a:cubicBezTo>
                  <a:pt x="1118372" y="4355195"/>
                  <a:pt x="1122341" y="4210820"/>
                  <a:pt x="1121547" y="4066444"/>
                </a:cubicBezTo>
                <a:lnTo>
                  <a:pt x="1488920" y="3856303"/>
                </a:lnTo>
                <a:cubicBezTo>
                  <a:pt x="1489871" y="3708587"/>
                  <a:pt x="1478914" y="3570396"/>
                  <a:pt x="1479865" y="3422680"/>
                </a:cubicBezTo>
                <a:lnTo>
                  <a:pt x="1121546" y="3212070"/>
                </a:lnTo>
                <a:lnTo>
                  <a:pt x="1118222" y="2351047"/>
                </a:lnTo>
                <a:lnTo>
                  <a:pt x="1488448" y="2137584"/>
                </a:lnTo>
                <a:cubicBezTo>
                  <a:pt x="1489399" y="1988760"/>
                  <a:pt x="1487969" y="1866129"/>
                  <a:pt x="1488920" y="1717305"/>
                </a:cubicBezTo>
                <a:lnTo>
                  <a:pt x="2218925" y="1285121"/>
                </a:lnTo>
                <a:cubicBezTo>
                  <a:pt x="2217172" y="1296563"/>
                  <a:pt x="2229709" y="426942"/>
                  <a:pt x="2230338" y="428859"/>
                </a:cubicBezTo>
                <a:close/>
                <a:moveTo>
                  <a:pt x="1487999" y="0"/>
                </a:moveTo>
                <a:lnTo>
                  <a:pt x="1488001" y="0"/>
                </a:lnTo>
                <a:lnTo>
                  <a:pt x="1859474" y="212724"/>
                </a:lnTo>
                <a:lnTo>
                  <a:pt x="1856299" y="641349"/>
                </a:lnTo>
                <a:lnTo>
                  <a:pt x="1484824" y="4286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8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10424310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98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10424310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6" cy="3978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1" name="Parallelogram 10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051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95325" y="1544274"/>
            <a:ext cx="3452400" cy="1495794"/>
          </a:xfrm>
          <a:noFill/>
        </p:spPr>
        <p:txBody>
          <a:bodyPr wrap="square" lIns="0" tIns="0" rIns="320040" bIns="0" anchor="b">
            <a:noAutofit/>
          </a:bodyPr>
          <a:lstStyle>
            <a:lvl1pPr>
              <a:defRPr sz="3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59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ox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3721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0786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062556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8230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58509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8514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062556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880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 err="1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95325" y="1785600"/>
            <a:ext cx="4323075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24" name="Right Triangle 23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6" name="TextBox 2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3758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 err="1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1804650"/>
            <a:ext cx="6182227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8064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0">
              <a:srgbClr val="273370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321484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13313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 baseline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8383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13313" cy="1314311"/>
          </a:xfrm>
        </p:spPr>
        <p:txBody>
          <a:bodyPr anchor="ctr" anchorCtr="0">
            <a:noAutofit/>
          </a:bodyPr>
          <a:lstStyle>
            <a:lvl1pPr>
              <a:defRPr sz="34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20" name="Group 1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21" name="Right Triangle 20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74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1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399691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395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399691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0" name="Group 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559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4267795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TextBox 2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8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4608321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300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58509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4" name="Parallelogram 13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3186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6191475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02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b="1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48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95325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56469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3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48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27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1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799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8613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82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3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 txBox="1">
            <a:spLocks/>
          </p:cNvSpPr>
          <p:nvPr userDrawn="1"/>
        </p:nvSpPr>
        <p:spPr>
          <a:xfrm>
            <a:off x="695325" y="3013501"/>
            <a:ext cx="5400675" cy="8309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Thank you</a:t>
            </a:r>
            <a:endParaRPr lang="ar-SA" sz="60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Isosceles Triangle 6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94" name="Group 93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grpSp>
          <p:nvGrpSpPr>
            <p:cNvPr id="95" name="Group 94"/>
            <p:cNvGrpSpPr/>
            <p:nvPr/>
          </p:nvGrpSpPr>
          <p:grpSpPr>
            <a:xfrm>
              <a:off x="-900" y="0"/>
              <a:ext cx="12193800" cy="6858001"/>
              <a:chOff x="-900" y="0"/>
              <a:chExt cx="12193800" cy="6858001"/>
            </a:xfrm>
          </p:grpSpPr>
          <p:sp>
            <p:nvSpPr>
              <p:cNvPr id="97" name="Freeform 96"/>
              <p:cNvSpPr/>
              <p:nvPr/>
            </p:nvSpPr>
            <p:spPr>
              <a:xfrm>
                <a:off x="-300" y="0"/>
                <a:ext cx="12193200" cy="6858000"/>
              </a:xfrm>
              <a:custGeom>
                <a:avLst/>
                <a:gdLst>
                  <a:gd name="connsiteX0" fmla="*/ 629400 w 12193200"/>
                  <a:gd name="connsiteY0" fmla="*/ 487679 h 6858000"/>
                  <a:gd name="connsiteX1" fmla="*/ 629400 w 12193200"/>
                  <a:gd name="connsiteY1" fmla="*/ 774466 h 6858000"/>
                  <a:gd name="connsiteX2" fmla="*/ 630001 w 12193200"/>
                  <a:gd name="connsiteY2" fmla="*/ 774466 h 6858000"/>
                  <a:gd name="connsiteX3" fmla="*/ 630001 w 12193200"/>
                  <a:gd name="connsiteY3" fmla="*/ 5936631 h 6858000"/>
                  <a:gd name="connsiteX4" fmla="*/ 11562000 w 12193200"/>
                  <a:gd name="connsiteY4" fmla="*/ 5936631 h 6858000"/>
                  <a:gd name="connsiteX5" fmla="*/ 11562000 w 12193200"/>
                  <a:gd name="connsiteY5" fmla="*/ 622800 h 6858000"/>
                  <a:gd name="connsiteX6" fmla="*/ 11561629 w 12193200"/>
                  <a:gd name="connsiteY6" fmla="*/ 622800 h 6858000"/>
                  <a:gd name="connsiteX7" fmla="*/ 11561629 w 12193200"/>
                  <a:gd name="connsiteY7" fmla="*/ 487679 h 6858000"/>
                  <a:gd name="connsiteX8" fmla="*/ 0 w 12193200"/>
                  <a:gd name="connsiteY8" fmla="*/ 0 h 6858000"/>
                  <a:gd name="connsiteX9" fmla="*/ 12193200 w 12193200"/>
                  <a:gd name="connsiteY9" fmla="*/ 0 h 6858000"/>
                  <a:gd name="connsiteX10" fmla="*/ 12193200 w 12193200"/>
                  <a:gd name="connsiteY10" fmla="*/ 622800 h 6858000"/>
                  <a:gd name="connsiteX11" fmla="*/ 12192000 w 12193200"/>
                  <a:gd name="connsiteY11" fmla="*/ 622800 h 6858000"/>
                  <a:gd name="connsiteX12" fmla="*/ 12192000 w 12193200"/>
                  <a:gd name="connsiteY12" fmla="*/ 6160597 h 6858000"/>
                  <a:gd name="connsiteX13" fmla="*/ 12193200 w 12193200"/>
                  <a:gd name="connsiteY13" fmla="*/ 6160597 h 6858000"/>
                  <a:gd name="connsiteX14" fmla="*/ 12193200 w 12193200"/>
                  <a:gd name="connsiteY14" fmla="*/ 6858000 h 6858000"/>
                  <a:gd name="connsiteX15" fmla="*/ 12192000 w 12193200"/>
                  <a:gd name="connsiteY15" fmla="*/ 6858000 h 6858000"/>
                  <a:gd name="connsiteX16" fmla="*/ 11562000 w 12193200"/>
                  <a:gd name="connsiteY16" fmla="*/ 6858000 h 6858000"/>
                  <a:gd name="connsiteX17" fmla="*/ 630001 w 12193200"/>
                  <a:gd name="connsiteY17" fmla="*/ 6858000 h 6858000"/>
                  <a:gd name="connsiteX18" fmla="*/ 1 w 12193200"/>
                  <a:gd name="connsiteY18" fmla="*/ 6858000 h 6858000"/>
                  <a:gd name="connsiteX19" fmla="*/ 1 w 12193200"/>
                  <a:gd name="connsiteY19" fmla="*/ 6160597 h 6858000"/>
                  <a:gd name="connsiteX20" fmla="*/ 1 w 12193200"/>
                  <a:gd name="connsiteY20" fmla="*/ 622800 h 6858000"/>
                  <a:gd name="connsiteX21" fmla="*/ 0 w 12193200"/>
                  <a:gd name="connsiteY21" fmla="*/ 6228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193200" h="6858000">
                    <a:moveTo>
                      <a:pt x="629400" y="487679"/>
                    </a:moveTo>
                    <a:lnTo>
                      <a:pt x="629400" y="774466"/>
                    </a:lnTo>
                    <a:lnTo>
                      <a:pt x="630001" y="774466"/>
                    </a:lnTo>
                    <a:lnTo>
                      <a:pt x="630001" y="5936631"/>
                    </a:lnTo>
                    <a:lnTo>
                      <a:pt x="11562000" y="5936631"/>
                    </a:lnTo>
                    <a:lnTo>
                      <a:pt x="11562000" y="622800"/>
                    </a:lnTo>
                    <a:lnTo>
                      <a:pt x="11561629" y="622800"/>
                    </a:lnTo>
                    <a:lnTo>
                      <a:pt x="11561629" y="487679"/>
                    </a:lnTo>
                    <a:close/>
                    <a:moveTo>
                      <a:pt x="0" y="0"/>
                    </a:moveTo>
                    <a:lnTo>
                      <a:pt x="12193200" y="0"/>
                    </a:lnTo>
                    <a:lnTo>
                      <a:pt x="12193200" y="622800"/>
                    </a:lnTo>
                    <a:lnTo>
                      <a:pt x="12192000" y="622800"/>
                    </a:lnTo>
                    <a:lnTo>
                      <a:pt x="12192000" y="6160597"/>
                    </a:lnTo>
                    <a:lnTo>
                      <a:pt x="12193200" y="6160597"/>
                    </a:lnTo>
                    <a:lnTo>
                      <a:pt x="12193200" y="6858000"/>
                    </a:lnTo>
                    <a:lnTo>
                      <a:pt x="12192000" y="6858000"/>
                    </a:lnTo>
                    <a:lnTo>
                      <a:pt x="11562000" y="6858000"/>
                    </a:lnTo>
                    <a:lnTo>
                      <a:pt x="630001" y="6858000"/>
                    </a:lnTo>
                    <a:lnTo>
                      <a:pt x="1" y="6858000"/>
                    </a:lnTo>
                    <a:lnTo>
                      <a:pt x="1" y="6160597"/>
                    </a:lnTo>
                    <a:lnTo>
                      <a:pt x="1" y="622800"/>
                    </a:lnTo>
                    <a:lnTo>
                      <a:pt x="0" y="622800"/>
                    </a:lnTo>
                    <a:close/>
                  </a:path>
                </a:pathLst>
              </a:custGeom>
              <a:solidFill>
                <a:srgbClr val="FFEFEF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Slide edges"/>
              <p:cNvSpPr>
                <a:spLocks/>
              </p:cNvSpPr>
              <p:nvPr/>
            </p:nvSpPr>
            <p:spPr bwMode="auto">
              <a:xfrm>
                <a:off x="-900" y="1"/>
                <a:ext cx="12193200" cy="6858000"/>
              </a:xfrm>
              <a:custGeom>
                <a:avLst/>
                <a:gdLst>
                  <a:gd name="T0" fmla="*/ 6024 w 6026"/>
                  <a:gd name="T1" fmla="*/ 3394 h 3396"/>
                  <a:gd name="T2" fmla="*/ 6024 w 6026"/>
                  <a:gd name="T3" fmla="*/ 3391 h 3396"/>
                  <a:gd name="T4" fmla="*/ 5 w 6026"/>
                  <a:gd name="T5" fmla="*/ 3391 h 3396"/>
                  <a:gd name="T6" fmla="*/ 5 w 6026"/>
                  <a:gd name="T7" fmla="*/ 5 h 3396"/>
                  <a:gd name="T8" fmla="*/ 6021 w 6026"/>
                  <a:gd name="T9" fmla="*/ 5 h 3396"/>
                  <a:gd name="T10" fmla="*/ 6021 w 6026"/>
                  <a:gd name="T11" fmla="*/ 3394 h 3396"/>
                  <a:gd name="T12" fmla="*/ 6024 w 6026"/>
                  <a:gd name="T13" fmla="*/ 3394 h 3396"/>
                  <a:gd name="T14" fmla="*/ 6024 w 6026"/>
                  <a:gd name="T15" fmla="*/ 3391 h 3396"/>
                  <a:gd name="T16" fmla="*/ 6024 w 6026"/>
                  <a:gd name="T17" fmla="*/ 3394 h 3396"/>
                  <a:gd name="T18" fmla="*/ 6026 w 6026"/>
                  <a:gd name="T19" fmla="*/ 3394 h 3396"/>
                  <a:gd name="T20" fmla="*/ 6026 w 6026"/>
                  <a:gd name="T21" fmla="*/ 0 h 3396"/>
                  <a:gd name="T22" fmla="*/ 0 w 6026"/>
                  <a:gd name="T23" fmla="*/ 0 h 3396"/>
                  <a:gd name="T24" fmla="*/ 0 w 6026"/>
                  <a:gd name="T25" fmla="*/ 3396 h 3396"/>
                  <a:gd name="T26" fmla="*/ 6026 w 6026"/>
                  <a:gd name="T27" fmla="*/ 3396 h 3396"/>
                  <a:gd name="T28" fmla="*/ 6026 w 6026"/>
                  <a:gd name="T29" fmla="*/ 3394 h 3396"/>
                  <a:gd name="T30" fmla="*/ 6024 w 6026"/>
                  <a:gd name="T31" fmla="*/ 3394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26" h="3396">
                    <a:moveTo>
                      <a:pt x="6024" y="3394"/>
                    </a:moveTo>
                    <a:lnTo>
                      <a:pt x="6024" y="3391"/>
                    </a:lnTo>
                    <a:lnTo>
                      <a:pt x="5" y="3391"/>
                    </a:lnTo>
                    <a:lnTo>
                      <a:pt x="5" y="5"/>
                    </a:lnTo>
                    <a:lnTo>
                      <a:pt x="6021" y="5"/>
                    </a:lnTo>
                    <a:lnTo>
                      <a:pt x="6021" y="3394"/>
                    </a:lnTo>
                    <a:lnTo>
                      <a:pt x="6024" y="3394"/>
                    </a:lnTo>
                    <a:lnTo>
                      <a:pt x="6024" y="3391"/>
                    </a:lnTo>
                    <a:lnTo>
                      <a:pt x="6024" y="3394"/>
                    </a:lnTo>
                    <a:lnTo>
                      <a:pt x="6026" y="3394"/>
                    </a:lnTo>
                    <a:lnTo>
                      <a:pt x="6026" y="0"/>
                    </a:lnTo>
                    <a:lnTo>
                      <a:pt x="0" y="0"/>
                    </a:lnTo>
                    <a:lnTo>
                      <a:pt x="0" y="3396"/>
                    </a:lnTo>
                    <a:lnTo>
                      <a:pt x="6026" y="3396"/>
                    </a:lnTo>
                    <a:lnTo>
                      <a:pt x="6026" y="3394"/>
                    </a:lnTo>
                    <a:lnTo>
                      <a:pt x="6024" y="3394"/>
                    </a:lnTo>
                    <a:close/>
                  </a:path>
                </a:pathLst>
              </a:custGeom>
              <a:solidFill>
                <a:srgbClr val="69696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99" name="Footnote measure"/>
              <p:cNvSpPr>
                <a:spLocks noChangeArrowheads="1"/>
              </p:cNvSpPr>
              <p:nvPr/>
            </p:nvSpPr>
            <p:spPr bwMode="auto">
              <a:xfrm>
                <a:off x="695325" y="5936630"/>
                <a:ext cx="10764835" cy="623310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00" name="Baselines / anchors"/>
              <p:cNvGrpSpPr/>
              <p:nvPr/>
            </p:nvGrpSpPr>
            <p:grpSpPr>
              <a:xfrm>
                <a:off x="-900" y="487679"/>
                <a:ext cx="12193200" cy="5448952"/>
                <a:chOff x="12623800" y="622800"/>
                <a:chExt cx="11176000" cy="5536800"/>
              </a:xfrm>
            </p:grpSpPr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12623800" y="6228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12623800" y="91421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12623800" y="120562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12623800" y="1497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>
                  <a:off x="12623800" y="178844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12623800" y="207985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>
                  <a:off x="12623800" y="237126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>
                  <a:off x="12623800" y="266267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>
                  <a:off x="12623800" y="295408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12623800" y="3245499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12623800" y="353691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>
                  <a:off x="12623800" y="382832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>
                  <a:off x="12623800" y="411973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/>
              </p:nvCxnSpPr>
              <p:spPr>
                <a:xfrm>
                  <a:off x="12623800" y="4411143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/>
              </p:nvCxnSpPr>
              <p:spPr>
                <a:xfrm>
                  <a:off x="12623800" y="470255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/>
              </p:nvCxnSpPr>
              <p:spPr>
                <a:xfrm>
                  <a:off x="12623800" y="499396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/>
                <p:nvPr/>
              </p:nvCxnSpPr>
              <p:spPr>
                <a:xfrm>
                  <a:off x="12623800" y="528537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/>
              </p:nvCxnSpPr>
              <p:spPr>
                <a:xfrm>
                  <a:off x="12623800" y="557678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>
                <a:xfrm>
                  <a:off x="12623800" y="586819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>
                <a:xfrm>
                  <a:off x="12623800" y="6159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utter space"/>
              <p:cNvGrpSpPr/>
              <p:nvPr/>
            </p:nvGrpSpPr>
            <p:grpSpPr>
              <a:xfrm>
                <a:off x="1276700" y="488417"/>
                <a:ext cx="9638000" cy="5449195"/>
                <a:chOff x="1277000" y="623550"/>
                <a:chExt cx="9638000" cy="5537047"/>
              </a:xfrm>
            </p:grpSpPr>
            <p:sp>
              <p:nvSpPr>
                <p:cNvPr id="110" name="Rectangle 34"/>
                <p:cNvSpPr>
                  <a:spLocks noChangeArrowheads="1"/>
                </p:cNvSpPr>
                <p:nvPr/>
              </p:nvSpPr>
              <p:spPr bwMode="auto">
                <a:xfrm>
                  <a:off x="688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Rectangle 35"/>
                <p:cNvSpPr>
                  <a:spLocks noChangeArrowheads="1"/>
                </p:cNvSpPr>
                <p:nvPr/>
              </p:nvSpPr>
              <p:spPr bwMode="auto">
                <a:xfrm>
                  <a:off x="875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2" name="Rectangle 36"/>
                <p:cNvSpPr>
                  <a:spLocks noChangeArrowheads="1"/>
                </p:cNvSpPr>
                <p:nvPr/>
              </p:nvSpPr>
              <p:spPr bwMode="auto">
                <a:xfrm>
                  <a:off x="782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3" name="Rectangle 37"/>
                <p:cNvSpPr>
                  <a:spLocks noChangeArrowheads="1"/>
                </p:cNvSpPr>
                <p:nvPr/>
              </p:nvSpPr>
              <p:spPr bwMode="auto">
                <a:xfrm>
                  <a:off x="969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Rectangle 38"/>
                <p:cNvSpPr>
                  <a:spLocks noChangeArrowheads="1"/>
                </p:cNvSpPr>
                <p:nvPr/>
              </p:nvSpPr>
              <p:spPr bwMode="auto">
                <a:xfrm>
                  <a:off x="1062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5" name="Rectangle 39"/>
                <p:cNvSpPr>
                  <a:spLocks noChangeArrowheads="1"/>
                </p:cNvSpPr>
                <p:nvPr/>
              </p:nvSpPr>
              <p:spPr bwMode="auto">
                <a:xfrm>
                  <a:off x="595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6" name="Rectangle 40"/>
                <p:cNvSpPr>
                  <a:spLocks noChangeArrowheads="1"/>
                </p:cNvSpPr>
                <p:nvPr/>
              </p:nvSpPr>
              <p:spPr bwMode="auto">
                <a:xfrm>
                  <a:off x="127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1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4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9" name="Rectangle 43"/>
                <p:cNvSpPr>
                  <a:spLocks noChangeArrowheads="1"/>
                </p:cNvSpPr>
                <p:nvPr/>
              </p:nvSpPr>
              <p:spPr bwMode="auto">
                <a:xfrm>
                  <a:off x="408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0" name="Rectangle 44"/>
                <p:cNvSpPr>
                  <a:spLocks noChangeArrowheads="1"/>
                </p:cNvSpPr>
                <p:nvPr/>
              </p:nvSpPr>
              <p:spPr bwMode="auto">
                <a:xfrm>
                  <a:off x="501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2" name="Whitespace measure"/>
              <p:cNvSpPr>
                <a:spLocks noChangeArrowheads="1"/>
              </p:cNvSpPr>
              <p:nvPr/>
            </p:nvSpPr>
            <p:spPr bwMode="auto">
              <a:xfrm>
                <a:off x="695325" y="1348599"/>
                <a:ext cx="10764835" cy="573947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03" name="Five column measure"/>
              <p:cNvGrpSpPr/>
              <p:nvPr/>
            </p:nvGrpSpPr>
            <p:grpSpPr>
              <a:xfrm>
                <a:off x="695325" y="5755080"/>
                <a:ext cx="10764836" cy="78274"/>
                <a:chOff x="629400" y="5975122"/>
                <a:chExt cx="10933200" cy="79536"/>
              </a:xfrm>
            </p:grpSpPr>
            <p:sp>
              <p:nvSpPr>
                <p:cNvPr id="105" name="Rectangle 5"/>
                <p:cNvSpPr>
                  <a:spLocks noChangeArrowheads="1"/>
                </p:cNvSpPr>
                <p:nvPr/>
              </p:nvSpPr>
              <p:spPr bwMode="auto">
                <a:xfrm>
                  <a:off x="2880128" y="5975122"/>
                  <a:ext cx="1930288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6" name="Rectangle 7"/>
                <p:cNvSpPr>
                  <a:spLocks noChangeArrowheads="1"/>
                </p:cNvSpPr>
                <p:nvPr/>
              </p:nvSpPr>
              <p:spPr bwMode="auto">
                <a:xfrm>
                  <a:off x="9626194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7" name="Rectangle 9"/>
                <p:cNvSpPr>
                  <a:spLocks noChangeArrowheads="1"/>
                </p:cNvSpPr>
                <p:nvPr/>
              </p:nvSpPr>
              <p:spPr bwMode="auto">
                <a:xfrm>
                  <a:off x="7372407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8" name="Rectangle 11"/>
                <p:cNvSpPr>
                  <a:spLocks noChangeArrowheads="1"/>
                </p:cNvSpPr>
                <p:nvPr/>
              </p:nvSpPr>
              <p:spPr bwMode="auto">
                <a:xfrm>
                  <a:off x="5127797" y="5975122"/>
                  <a:ext cx="1927229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9" name="Rectangle 13"/>
                <p:cNvSpPr>
                  <a:spLocks noChangeArrowheads="1"/>
                </p:cNvSpPr>
                <p:nvPr/>
              </p:nvSpPr>
              <p:spPr bwMode="auto">
                <a:xfrm>
                  <a:off x="629400" y="5975122"/>
                  <a:ext cx="1933347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4" name="Live area"/>
              <p:cNvSpPr/>
              <p:nvPr/>
            </p:nvSpPr>
            <p:spPr>
              <a:xfrm>
                <a:off x="695325" y="1921238"/>
                <a:ext cx="10764835" cy="4015393"/>
              </a:xfrm>
              <a:custGeom>
                <a:avLst/>
                <a:gdLst>
                  <a:gd name="connsiteX0" fmla="*/ 0 w 10931999"/>
                  <a:gd name="connsiteY0" fmla="*/ 0 h 5537797"/>
                  <a:gd name="connsiteX1" fmla="*/ 10931999 w 10931999"/>
                  <a:gd name="connsiteY1" fmla="*/ 0 h 5537797"/>
                  <a:gd name="connsiteX2" fmla="*/ 10931999 w 10931999"/>
                  <a:gd name="connsiteY2" fmla="*/ 5537797 h 5537797"/>
                  <a:gd name="connsiteX3" fmla="*/ 0 w 10931999"/>
                  <a:gd name="connsiteY3" fmla="*/ 5537797 h 553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1999" h="5537797">
                    <a:moveTo>
                      <a:pt x="0" y="0"/>
                    </a:moveTo>
                    <a:lnTo>
                      <a:pt x="10931999" y="0"/>
                    </a:lnTo>
                    <a:lnTo>
                      <a:pt x="10931999" y="5537797"/>
                    </a:lnTo>
                    <a:lnTo>
                      <a:pt x="0" y="5537797"/>
                    </a:lnTo>
                    <a:close/>
                  </a:path>
                </a:pathLst>
              </a:custGeom>
              <a:noFill/>
              <a:ln w="9525">
                <a:solidFill>
                  <a:srgbClr val="C00000">
                    <a:alpha val="35000"/>
                  </a:srgb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6" name="ee4pFootnotes"/>
            <p:cNvSpPr>
              <a:spLocks noChangeArrowheads="1"/>
            </p:cNvSpPr>
            <p:nvPr/>
          </p:nvSpPr>
          <p:spPr bwMode="auto">
            <a:xfrm>
              <a:off x="695325" y="6144442"/>
              <a:ext cx="8448675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1"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l">
              <a:defRPr sz="4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Presentation title goes here</a:t>
            </a:r>
            <a:endParaRPr lang="ar-SA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 goes here</a:t>
            </a:r>
            <a:endParaRPr lang="ar-S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586286"/>
            <a:ext cx="5400675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Isosceles Triangle 25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0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10522113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585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1959430"/>
            <a:ext cx="10764836" cy="397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10522112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163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95325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1227048"/>
            <a:ext cx="3744000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6488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582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3826800"/>
            <a:ext cx="10764836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95325" y="3680016"/>
            <a:ext cx="11493262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62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9525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5968480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876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7793534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0540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9201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1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8" name="Right Triangle 17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7311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95325" y="1785600"/>
            <a:ext cx="6247552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4644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9" name="think-cell Slide" r:id="rId5" imgW="324" imgH="324" progId="TCLayout.ActiveDocument.1">
                  <p:embed/>
                </p:oleObj>
              </mc:Choice>
              <mc:Fallback>
                <p:oleObj name="think-cell Slide" r:id="rId5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7863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5568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180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1565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1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0" name="Group 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71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4439772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1571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4682497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2479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5946446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6" name="Parallelogram 15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774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6189171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005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0559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95325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12964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89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019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306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95325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5385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lank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1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6404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8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932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988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3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 txBox="1">
            <a:spLocks/>
          </p:cNvSpPr>
          <p:nvPr userDrawn="1"/>
        </p:nvSpPr>
        <p:spPr>
          <a:xfrm>
            <a:off x="695325" y="3013501"/>
            <a:ext cx="5400675" cy="8309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Thank you</a:t>
            </a:r>
            <a:endParaRPr lang="ar-SA" sz="60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Isosceles Triangle 10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5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52" name="Group 51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grpSp>
          <p:nvGrpSpPr>
            <p:cNvPr id="53" name="Group 52"/>
            <p:cNvGrpSpPr/>
            <p:nvPr/>
          </p:nvGrpSpPr>
          <p:grpSpPr>
            <a:xfrm>
              <a:off x="-900" y="0"/>
              <a:ext cx="12193800" cy="6858001"/>
              <a:chOff x="-900" y="0"/>
              <a:chExt cx="12193800" cy="6858001"/>
            </a:xfrm>
          </p:grpSpPr>
          <p:sp>
            <p:nvSpPr>
              <p:cNvPr id="57" name="Freeform 56"/>
              <p:cNvSpPr/>
              <p:nvPr/>
            </p:nvSpPr>
            <p:spPr>
              <a:xfrm>
                <a:off x="-300" y="0"/>
                <a:ext cx="12193200" cy="6858000"/>
              </a:xfrm>
              <a:custGeom>
                <a:avLst/>
                <a:gdLst>
                  <a:gd name="connsiteX0" fmla="*/ 629400 w 12193200"/>
                  <a:gd name="connsiteY0" fmla="*/ 487679 h 6858000"/>
                  <a:gd name="connsiteX1" fmla="*/ 629400 w 12193200"/>
                  <a:gd name="connsiteY1" fmla="*/ 774466 h 6858000"/>
                  <a:gd name="connsiteX2" fmla="*/ 630001 w 12193200"/>
                  <a:gd name="connsiteY2" fmla="*/ 774466 h 6858000"/>
                  <a:gd name="connsiteX3" fmla="*/ 630001 w 12193200"/>
                  <a:gd name="connsiteY3" fmla="*/ 5936631 h 6858000"/>
                  <a:gd name="connsiteX4" fmla="*/ 11562000 w 12193200"/>
                  <a:gd name="connsiteY4" fmla="*/ 5936631 h 6858000"/>
                  <a:gd name="connsiteX5" fmla="*/ 11562000 w 12193200"/>
                  <a:gd name="connsiteY5" fmla="*/ 622800 h 6858000"/>
                  <a:gd name="connsiteX6" fmla="*/ 11561629 w 12193200"/>
                  <a:gd name="connsiteY6" fmla="*/ 622800 h 6858000"/>
                  <a:gd name="connsiteX7" fmla="*/ 11561629 w 12193200"/>
                  <a:gd name="connsiteY7" fmla="*/ 487679 h 6858000"/>
                  <a:gd name="connsiteX8" fmla="*/ 0 w 12193200"/>
                  <a:gd name="connsiteY8" fmla="*/ 0 h 6858000"/>
                  <a:gd name="connsiteX9" fmla="*/ 12193200 w 12193200"/>
                  <a:gd name="connsiteY9" fmla="*/ 0 h 6858000"/>
                  <a:gd name="connsiteX10" fmla="*/ 12193200 w 12193200"/>
                  <a:gd name="connsiteY10" fmla="*/ 622800 h 6858000"/>
                  <a:gd name="connsiteX11" fmla="*/ 12192000 w 12193200"/>
                  <a:gd name="connsiteY11" fmla="*/ 622800 h 6858000"/>
                  <a:gd name="connsiteX12" fmla="*/ 12192000 w 12193200"/>
                  <a:gd name="connsiteY12" fmla="*/ 6160597 h 6858000"/>
                  <a:gd name="connsiteX13" fmla="*/ 12193200 w 12193200"/>
                  <a:gd name="connsiteY13" fmla="*/ 6160597 h 6858000"/>
                  <a:gd name="connsiteX14" fmla="*/ 12193200 w 12193200"/>
                  <a:gd name="connsiteY14" fmla="*/ 6858000 h 6858000"/>
                  <a:gd name="connsiteX15" fmla="*/ 12192000 w 12193200"/>
                  <a:gd name="connsiteY15" fmla="*/ 6858000 h 6858000"/>
                  <a:gd name="connsiteX16" fmla="*/ 11562000 w 12193200"/>
                  <a:gd name="connsiteY16" fmla="*/ 6858000 h 6858000"/>
                  <a:gd name="connsiteX17" fmla="*/ 630001 w 12193200"/>
                  <a:gd name="connsiteY17" fmla="*/ 6858000 h 6858000"/>
                  <a:gd name="connsiteX18" fmla="*/ 1 w 12193200"/>
                  <a:gd name="connsiteY18" fmla="*/ 6858000 h 6858000"/>
                  <a:gd name="connsiteX19" fmla="*/ 1 w 12193200"/>
                  <a:gd name="connsiteY19" fmla="*/ 6160597 h 6858000"/>
                  <a:gd name="connsiteX20" fmla="*/ 1 w 12193200"/>
                  <a:gd name="connsiteY20" fmla="*/ 622800 h 6858000"/>
                  <a:gd name="connsiteX21" fmla="*/ 0 w 12193200"/>
                  <a:gd name="connsiteY21" fmla="*/ 6228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193200" h="6858000">
                    <a:moveTo>
                      <a:pt x="629400" y="487679"/>
                    </a:moveTo>
                    <a:lnTo>
                      <a:pt x="629400" y="774466"/>
                    </a:lnTo>
                    <a:lnTo>
                      <a:pt x="630001" y="774466"/>
                    </a:lnTo>
                    <a:lnTo>
                      <a:pt x="630001" y="5936631"/>
                    </a:lnTo>
                    <a:lnTo>
                      <a:pt x="11562000" y="5936631"/>
                    </a:lnTo>
                    <a:lnTo>
                      <a:pt x="11562000" y="622800"/>
                    </a:lnTo>
                    <a:lnTo>
                      <a:pt x="11561629" y="622800"/>
                    </a:lnTo>
                    <a:lnTo>
                      <a:pt x="11561629" y="487679"/>
                    </a:lnTo>
                    <a:close/>
                    <a:moveTo>
                      <a:pt x="0" y="0"/>
                    </a:moveTo>
                    <a:lnTo>
                      <a:pt x="12193200" y="0"/>
                    </a:lnTo>
                    <a:lnTo>
                      <a:pt x="12193200" y="622800"/>
                    </a:lnTo>
                    <a:lnTo>
                      <a:pt x="12192000" y="622800"/>
                    </a:lnTo>
                    <a:lnTo>
                      <a:pt x="12192000" y="6160597"/>
                    </a:lnTo>
                    <a:lnTo>
                      <a:pt x="12193200" y="6160597"/>
                    </a:lnTo>
                    <a:lnTo>
                      <a:pt x="12193200" y="6858000"/>
                    </a:lnTo>
                    <a:lnTo>
                      <a:pt x="12192000" y="6858000"/>
                    </a:lnTo>
                    <a:lnTo>
                      <a:pt x="11562000" y="6858000"/>
                    </a:lnTo>
                    <a:lnTo>
                      <a:pt x="630001" y="6858000"/>
                    </a:lnTo>
                    <a:lnTo>
                      <a:pt x="1" y="6858000"/>
                    </a:lnTo>
                    <a:lnTo>
                      <a:pt x="1" y="6160597"/>
                    </a:lnTo>
                    <a:lnTo>
                      <a:pt x="1" y="622800"/>
                    </a:lnTo>
                    <a:lnTo>
                      <a:pt x="0" y="622800"/>
                    </a:lnTo>
                    <a:close/>
                  </a:path>
                </a:pathLst>
              </a:custGeom>
              <a:solidFill>
                <a:srgbClr val="FFEFEF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Slide edges"/>
              <p:cNvSpPr>
                <a:spLocks/>
              </p:cNvSpPr>
              <p:nvPr/>
            </p:nvSpPr>
            <p:spPr bwMode="auto">
              <a:xfrm>
                <a:off x="-900" y="1"/>
                <a:ext cx="12193200" cy="6858000"/>
              </a:xfrm>
              <a:custGeom>
                <a:avLst/>
                <a:gdLst>
                  <a:gd name="T0" fmla="*/ 6024 w 6026"/>
                  <a:gd name="T1" fmla="*/ 3394 h 3396"/>
                  <a:gd name="T2" fmla="*/ 6024 w 6026"/>
                  <a:gd name="T3" fmla="*/ 3391 h 3396"/>
                  <a:gd name="T4" fmla="*/ 5 w 6026"/>
                  <a:gd name="T5" fmla="*/ 3391 h 3396"/>
                  <a:gd name="T6" fmla="*/ 5 w 6026"/>
                  <a:gd name="T7" fmla="*/ 5 h 3396"/>
                  <a:gd name="T8" fmla="*/ 6021 w 6026"/>
                  <a:gd name="T9" fmla="*/ 5 h 3396"/>
                  <a:gd name="T10" fmla="*/ 6021 w 6026"/>
                  <a:gd name="T11" fmla="*/ 3394 h 3396"/>
                  <a:gd name="T12" fmla="*/ 6024 w 6026"/>
                  <a:gd name="T13" fmla="*/ 3394 h 3396"/>
                  <a:gd name="T14" fmla="*/ 6024 w 6026"/>
                  <a:gd name="T15" fmla="*/ 3391 h 3396"/>
                  <a:gd name="T16" fmla="*/ 6024 w 6026"/>
                  <a:gd name="T17" fmla="*/ 3394 h 3396"/>
                  <a:gd name="T18" fmla="*/ 6026 w 6026"/>
                  <a:gd name="T19" fmla="*/ 3394 h 3396"/>
                  <a:gd name="T20" fmla="*/ 6026 w 6026"/>
                  <a:gd name="T21" fmla="*/ 0 h 3396"/>
                  <a:gd name="T22" fmla="*/ 0 w 6026"/>
                  <a:gd name="T23" fmla="*/ 0 h 3396"/>
                  <a:gd name="T24" fmla="*/ 0 w 6026"/>
                  <a:gd name="T25" fmla="*/ 3396 h 3396"/>
                  <a:gd name="T26" fmla="*/ 6026 w 6026"/>
                  <a:gd name="T27" fmla="*/ 3396 h 3396"/>
                  <a:gd name="T28" fmla="*/ 6026 w 6026"/>
                  <a:gd name="T29" fmla="*/ 3394 h 3396"/>
                  <a:gd name="T30" fmla="*/ 6024 w 6026"/>
                  <a:gd name="T31" fmla="*/ 3394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26" h="3396">
                    <a:moveTo>
                      <a:pt x="6024" y="3394"/>
                    </a:moveTo>
                    <a:lnTo>
                      <a:pt x="6024" y="3391"/>
                    </a:lnTo>
                    <a:lnTo>
                      <a:pt x="5" y="3391"/>
                    </a:lnTo>
                    <a:lnTo>
                      <a:pt x="5" y="5"/>
                    </a:lnTo>
                    <a:lnTo>
                      <a:pt x="6021" y="5"/>
                    </a:lnTo>
                    <a:lnTo>
                      <a:pt x="6021" y="3394"/>
                    </a:lnTo>
                    <a:lnTo>
                      <a:pt x="6024" y="3394"/>
                    </a:lnTo>
                    <a:lnTo>
                      <a:pt x="6024" y="3391"/>
                    </a:lnTo>
                    <a:lnTo>
                      <a:pt x="6024" y="3394"/>
                    </a:lnTo>
                    <a:lnTo>
                      <a:pt x="6026" y="3394"/>
                    </a:lnTo>
                    <a:lnTo>
                      <a:pt x="6026" y="0"/>
                    </a:lnTo>
                    <a:lnTo>
                      <a:pt x="0" y="0"/>
                    </a:lnTo>
                    <a:lnTo>
                      <a:pt x="0" y="3396"/>
                    </a:lnTo>
                    <a:lnTo>
                      <a:pt x="6026" y="3396"/>
                    </a:lnTo>
                    <a:lnTo>
                      <a:pt x="6026" y="3394"/>
                    </a:lnTo>
                    <a:lnTo>
                      <a:pt x="6024" y="3394"/>
                    </a:lnTo>
                    <a:close/>
                  </a:path>
                </a:pathLst>
              </a:custGeom>
              <a:solidFill>
                <a:srgbClr val="69696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9" name="Footnote measure"/>
              <p:cNvSpPr>
                <a:spLocks noChangeArrowheads="1"/>
              </p:cNvSpPr>
              <p:nvPr/>
            </p:nvSpPr>
            <p:spPr bwMode="auto">
              <a:xfrm>
                <a:off x="695325" y="5936630"/>
                <a:ext cx="10764835" cy="623310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0" name="Baselines / anchors"/>
              <p:cNvGrpSpPr/>
              <p:nvPr/>
            </p:nvGrpSpPr>
            <p:grpSpPr>
              <a:xfrm>
                <a:off x="-900" y="487679"/>
                <a:ext cx="12193200" cy="5448952"/>
                <a:chOff x="12623800" y="622800"/>
                <a:chExt cx="11176000" cy="5536800"/>
              </a:xfrm>
            </p:grpSpPr>
            <p:cxnSp>
              <p:nvCxnSpPr>
                <p:cNvPr id="81" name="Straight Connector 80"/>
                <p:cNvCxnSpPr/>
                <p:nvPr/>
              </p:nvCxnSpPr>
              <p:spPr>
                <a:xfrm>
                  <a:off x="12623800" y="6228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/>
              </p:nvCxnSpPr>
              <p:spPr>
                <a:xfrm>
                  <a:off x="12623800" y="91421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/>
                <p:nvPr/>
              </p:nvCxnSpPr>
              <p:spPr>
                <a:xfrm>
                  <a:off x="12623800" y="120562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12623800" y="1497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12623800" y="178844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/>
                <p:cNvCxnSpPr/>
                <p:nvPr/>
              </p:nvCxnSpPr>
              <p:spPr>
                <a:xfrm>
                  <a:off x="12623800" y="207985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/>
                <p:nvPr/>
              </p:nvCxnSpPr>
              <p:spPr>
                <a:xfrm>
                  <a:off x="12623800" y="237126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/>
                <p:cNvCxnSpPr/>
                <p:nvPr/>
              </p:nvCxnSpPr>
              <p:spPr>
                <a:xfrm>
                  <a:off x="12623800" y="266267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/>
                <p:cNvCxnSpPr/>
                <p:nvPr/>
              </p:nvCxnSpPr>
              <p:spPr>
                <a:xfrm>
                  <a:off x="12623800" y="295408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12623800" y="3245499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>
                  <a:off x="12623800" y="353691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12623800" y="382832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12623800" y="411973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12623800" y="4411143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12623800" y="470255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>
                  <a:off x="12623800" y="499396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12623800" y="528537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12623800" y="557678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>
                  <a:off x="12623800" y="586819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12623800" y="6159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utter space"/>
              <p:cNvGrpSpPr/>
              <p:nvPr/>
            </p:nvGrpSpPr>
            <p:grpSpPr>
              <a:xfrm>
                <a:off x="1276700" y="488417"/>
                <a:ext cx="9638000" cy="5449195"/>
                <a:chOff x="1277000" y="623550"/>
                <a:chExt cx="9638000" cy="5537047"/>
              </a:xfrm>
            </p:grpSpPr>
            <p:sp>
              <p:nvSpPr>
                <p:cNvPr id="70" name="Rectangle 34"/>
                <p:cNvSpPr>
                  <a:spLocks noChangeArrowheads="1"/>
                </p:cNvSpPr>
                <p:nvPr/>
              </p:nvSpPr>
              <p:spPr bwMode="auto">
                <a:xfrm>
                  <a:off x="688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Rectangle 35"/>
                <p:cNvSpPr>
                  <a:spLocks noChangeArrowheads="1"/>
                </p:cNvSpPr>
                <p:nvPr/>
              </p:nvSpPr>
              <p:spPr bwMode="auto">
                <a:xfrm>
                  <a:off x="875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Rectangle 36"/>
                <p:cNvSpPr>
                  <a:spLocks noChangeArrowheads="1"/>
                </p:cNvSpPr>
                <p:nvPr/>
              </p:nvSpPr>
              <p:spPr bwMode="auto">
                <a:xfrm>
                  <a:off x="782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Rectangle 37"/>
                <p:cNvSpPr>
                  <a:spLocks noChangeArrowheads="1"/>
                </p:cNvSpPr>
                <p:nvPr/>
              </p:nvSpPr>
              <p:spPr bwMode="auto">
                <a:xfrm>
                  <a:off x="969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Rectangle 38"/>
                <p:cNvSpPr>
                  <a:spLocks noChangeArrowheads="1"/>
                </p:cNvSpPr>
                <p:nvPr/>
              </p:nvSpPr>
              <p:spPr bwMode="auto">
                <a:xfrm>
                  <a:off x="1062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Rectangle 39"/>
                <p:cNvSpPr>
                  <a:spLocks noChangeArrowheads="1"/>
                </p:cNvSpPr>
                <p:nvPr/>
              </p:nvSpPr>
              <p:spPr bwMode="auto">
                <a:xfrm>
                  <a:off x="595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Rectangle 40"/>
                <p:cNvSpPr>
                  <a:spLocks noChangeArrowheads="1"/>
                </p:cNvSpPr>
                <p:nvPr/>
              </p:nvSpPr>
              <p:spPr bwMode="auto">
                <a:xfrm>
                  <a:off x="127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1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4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>
                  <a:off x="408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80" name="Rectangle 44"/>
                <p:cNvSpPr>
                  <a:spLocks noChangeArrowheads="1"/>
                </p:cNvSpPr>
                <p:nvPr/>
              </p:nvSpPr>
              <p:spPr bwMode="auto">
                <a:xfrm>
                  <a:off x="501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2" name="Whitespace measure"/>
              <p:cNvSpPr>
                <a:spLocks noChangeArrowheads="1"/>
              </p:cNvSpPr>
              <p:nvPr/>
            </p:nvSpPr>
            <p:spPr bwMode="auto">
              <a:xfrm>
                <a:off x="695325" y="1348599"/>
                <a:ext cx="10764835" cy="573947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3" name="Five column measure"/>
              <p:cNvGrpSpPr/>
              <p:nvPr/>
            </p:nvGrpSpPr>
            <p:grpSpPr>
              <a:xfrm>
                <a:off x="695325" y="5755080"/>
                <a:ext cx="10764836" cy="78274"/>
                <a:chOff x="629400" y="5975122"/>
                <a:chExt cx="10933200" cy="79536"/>
              </a:xfrm>
            </p:grpSpPr>
            <p:sp>
              <p:nvSpPr>
                <p:cNvPr id="65" name="Rectangle 5"/>
                <p:cNvSpPr>
                  <a:spLocks noChangeArrowheads="1"/>
                </p:cNvSpPr>
                <p:nvPr/>
              </p:nvSpPr>
              <p:spPr bwMode="auto">
                <a:xfrm>
                  <a:off x="2880128" y="5975122"/>
                  <a:ext cx="1930288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Rectangle 7"/>
                <p:cNvSpPr>
                  <a:spLocks noChangeArrowheads="1"/>
                </p:cNvSpPr>
                <p:nvPr/>
              </p:nvSpPr>
              <p:spPr bwMode="auto">
                <a:xfrm>
                  <a:off x="9626194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Rectangle 9"/>
                <p:cNvSpPr>
                  <a:spLocks noChangeArrowheads="1"/>
                </p:cNvSpPr>
                <p:nvPr/>
              </p:nvSpPr>
              <p:spPr bwMode="auto">
                <a:xfrm>
                  <a:off x="7372407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Rectangle 11"/>
                <p:cNvSpPr>
                  <a:spLocks noChangeArrowheads="1"/>
                </p:cNvSpPr>
                <p:nvPr/>
              </p:nvSpPr>
              <p:spPr bwMode="auto">
                <a:xfrm>
                  <a:off x="5127797" y="5975122"/>
                  <a:ext cx="1927229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Rectangle 13"/>
                <p:cNvSpPr>
                  <a:spLocks noChangeArrowheads="1"/>
                </p:cNvSpPr>
                <p:nvPr/>
              </p:nvSpPr>
              <p:spPr bwMode="auto">
                <a:xfrm>
                  <a:off x="629400" y="5975122"/>
                  <a:ext cx="1933347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4" name="Live area"/>
              <p:cNvSpPr/>
              <p:nvPr/>
            </p:nvSpPr>
            <p:spPr>
              <a:xfrm>
                <a:off x="695325" y="1921238"/>
                <a:ext cx="10764835" cy="4015393"/>
              </a:xfrm>
              <a:custGeom>
                <a:avLst/>
                <a:gdLst>
                  <a:gd name="connsiteX0" fmla="*/ 0 w 10931999"/>
                  <a:gd name="connsiteY0" fmla="*/ 0 h 5537797"/>
                  <a:gd name="connsiteX1" fmla="*/ 10931999 w 10931999"/>
                  <a:gd name="connsiteY1" fmla="*/ 0 h 5537797"/>
                  <a:gd name="connsiteX2" fmla="*/ 10931999 w 10931999"/>
                  <a:gd name="connsiteY2" fmla="*/ 5537797 h 5537797"/>
                  <a:gd name="connsiteX3" fmla="*/ 0 w 10931999"/>
                  <a:gd name="connsiteY3" fmla="*/ 5537797 h 553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1999" h="5537797">
                    <a:moveTo>
                      <a:pt x="0" y="0"/>
                    </a:moveTo>
                    <a:lnTo>
                      <a:pt x="10931999" y="0"/>
                    </a:lnTo>
                    <a:lnTo>
                      <a:pt x="10931999" y="5537797"/>
                    </a:lnTo>
                    <a:lnTo>
                      <a:pt x="0" y="5537797"/>
                    </a:lnTo>
                    <a:close/>
                  </a:path>
                </a:pathLst>
              </a:custGeom>
              <a:noFill/>
              <a:ln w="9525">
                <a:solidFill>
                  <a:srgbClr val="C00000">
                    <a:alpha val="35000"/>
                  </a:srgb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4" name="ee4pFootnotes"/>
            <p:cNvSpPr>
              <a:spLocks noChangeArrowheads="1"/>
            </p:cNvSpPr>
            <p:nvPr/>
          </p:nvSpPr>
          <p:spPr bwMode="auto">
            <a:xfrm>
              <a:off x="695325" y="6144442"/>
              <a:ext cx="8448675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314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04931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1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/>
          <p:cNvSpPr/>
          <p:nvPr userDrawn="1">
            <p:custDataLst>
              <p:tags r:id="rId3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8"/>
            <a:ext cx="3448800" cy="34472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069073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914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127852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7411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291488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9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465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3902108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695325" y="3207715"/>
            <a:ext cx="1547143" cy="4708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53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Section Header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87561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7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>
            <p:custDataLst>
              <p:tags r:id="rId3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7"/>
            <a:ext cx="3448800" cy="3447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069073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5172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3689743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19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Full Width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83753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24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9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23936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49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695325" y="3262145"/>
            <a:ext cx="1412246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4436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03263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95325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4785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vmlDrawing" Target="../drawings/vmlDrawing1.vml"/><Relationship Id="rId79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78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" name="think-cell Slide" r:id="rId77" imgW="270" imgH="270" progId="TCLayout.ActiveDocument.1">
                  <p:embed/>
                </p:oleObj>
              </mc:Choice>
              <mc:Fallback>
                <p:oleObj name="think-cell Slide" r:id="rId7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7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61969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95325" y="622800"/>
            <a:ext cx="1076483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5325" y="1620000"/>
            <a:ext cx="10764837" cy="4617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Level six</a:t>
            </a:r>
          </a:p>
          <a:p>
            <a:pPr lvl="6"/>
            <a:r>
              <a:rPr lang="en-US" dirty="0"/>
              <a:t>Level seven</a:t>
            </a:r>
          </a:p>
          <a:p>
            <a:pPr lvl="7"/>
            <a:r>
              <a:rPr lang="en-US" dirty="0"/>
              <a:t>Level eight</a:t>
            </a:r>
          </a:p>
          <a:p>
            <a:pPr lvl="8"/>
            <a:r>
              <a:rPr lang="en-US" dirty="0"/>
              <a:t>Level nine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621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79" r:id="rId1"/>
    <p:sldLayoutId id="2147485580" r:id="rId2"/>
    <p:sldLayoutId id="2147485581" r:id="rId3"/>
    <p:sldLayoutId id="2147485582" r:id="rId4"/>
    <p:sldLayoutId id="2147485583" r:id="rId5"/>
    <p:sldLayoutId id="2147485584" r:id="rId6"/>
    <p:sldLayoutId id="2147485585" r:id="rId7"/>
    <p:sldLayoutId id="2147485586" r:id="rId8"/>
    <p:sldLayoutId id="2147485587" r:id="rId9"/>
    <p:sldLayoutId id="2147485588" r:id="rId10"/>
    <p:sldLayoutId id="2147485589" r:id="rId11"/>
    <p:sldLayoutId id="2147485590" r:id="rId12"/>
    <p:sldLayoutId id="2147485591" r:id="rId13"/>
    <p:sldLayoutId id="2147485592" r:id="rId14"/>
    <p:sldLayoutId id="2147485593" r:id="rId15"/>
    <p:sldLayoutId id="2147485594" r:id="rId16"/>
    <p:sldLayoutId id="2147485595" r:id="rId17"/>
    <p:sldLayoutId id="2147485596" r:id="rId18"/>
    <p:sldLayoutId id="2147485597" r:id="rId19"/>
    <p:sldLayoutId id="2147485598" r:id="rId20"/>
    <p:sldLayoutId id="2147485599" r:id="rId21"/>
    <p:sldLayoutId id="2147485600" r:id="rId22"/>
    <p:sldLayoutId id="2147485601" r:id="rId23"/>
    <p:sldLayoutId id="2147485602" r:id="rId24"/>
    <p:sldLayoutId id="2147485603" r:id="rId25"/>
    <p:sldLayoutId id="2147485604" r:id="rId26"/>
    <p:sldLayoutId id="2147485605" r:id="rId27"/>
    <p:sldLayoutId id="2147485606" r:id="rId28"/>
    <p:sldLayoutId id="2147485607" r:id="rId29"/>
    <p:sldLayoutId id="2147485608" r:id="rId30"/>
    <p:sldLayoutId id="2147485609" r:id="rId31"/>
    <p:sldLayoutId id="2147485610" r:id="rId32"/>
    <p:sldLayoutId id="2147485611" r:id="rId33"/>
    <p:sldLayoutId id="2147485612" r:id="rId34"/>
    <p:sldLayoutId id="2147485613" r:id="rId35"/>
    <p:sldLayoutId id="2147485614" r:id="rId36"/>
    <p:sldLayoutId id="2147485615" r:id="rId37"/>
    <p:sldLayoutId id="2147485616" r:id="rId38"/>
    <p:sldLayoutId id="2147485617" r:id="rId39"/>
    <p:sldLayoutId id="2147485618" r:id="rId40"/>
    <p:sldLayoutId id="2147485619" r:id="rId41"/>
    <p:sldLayoutId id="2147485620" r:id="rId42"/>
    <p:sldLayoutId id="2147485621" r:id="rId43"/>
    <p:sldLayoutId id="2147485622" r:id="rId44"/>
    <p:sldLayoutId id="2147485623" r:id="rId45"/>
    <p:sldLayoutId id="2147485624" r:id="rId46"/>
    <p:sldLayoutId id="2147485625" r:id="rId47"/>
    <p:sldLayoutId id="2147485626" r:id="rId48"/>
    <p:sldLayoutId id="2147485627" r:id="rId49"/>
    <p:sldLayoutId id="2147485628" r:id="rId50"/>
    <p:sldLayoutId id="2147485629" r:id="rId51"/>
    <p:sldLayoutId id="2147485630" r:id="rId52"/>
    <p:sldLayoutId id="2147485631" r:id="rId53"/>
    <p:sldLayoutId id="2147485632" r:id="rId54"/>
    <p:sldLayoutId id="2147485633" r:id="rId55"/>
    <p:sldLayoutId id="2147485634" r:id="rId56"/>
    <p:sldLayoutId id="2147485635" r:id="rId57"/>
    <p:sldLayoutId id="2147485636" r:id="rId58"/>
    <p:sldLayoutId id="2147485637" r:id="rId59"/>
    <p:sldLayoutId id="2147485638" r:id="rId60"/>
    <p:sldLayoutId id="2147485639" r:id="rId61"/>
    <p:sldLayoutId id="2147485640" r:id="rId62"/>
    <p:sldLayoutId id="2147485641" r:id="rId63"/>
    <p:sldLayoutId id="2147485642" r:id="rId64"/>
    <p:sldLayoutId id="2147485643" r:id="rId65"/>
    <p:sldLayoutId id="2147485644" r:id="rId66"/>
    <p:sldLayoutId id="2147485645" r:id="rId67"/>
    <p:sldLayoutId id="2147485646" r:id="rId68"/>
    <p:sldLayoutId id="2147485647" r:id="rId69"/>
    <p:sldLayoutId id="2147485648" r:id="rId70"/>
    <p:sldLayoutId id="2147485649" r:id="rId71"/>
    <p:sldLayoutId id="2147485650" r:id="rId7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3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25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tags" Target="../tags/tag12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29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1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3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5.xml"/><Relationship Id="rId1" Type="http://schemas.openxmlformats.org/officeDocument/2006/relationships/vmlDrawing" Target="../drawings/vmlDrawing80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7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4.bin"/><Relationship Id="rId4" Type="http://schemas.openxmlformats.org/officeDocument/2006/relationships/notesSlide" Target="../notesSlides/notesSlide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tags" Target="../tags/tag139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5052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Advanced Agentic AI Systems Engineering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r-SA" dirty="0"/>
              <a:t>هندسة أنظمة الذكاء الاصطناعي </a:t>
            </a:r>
            <a:r>
              <a:rPr lang="ar-SA" dirty="0" err="1"/>
              <a:t>الوكيلي</a:t>
            </a:r>
            <a:r>
              <a:rPr lang="ar-SA" dirty="0"/>
              <a:t> المتقدمة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41941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47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Frameworks and State Graphs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894B-4A2F-40EE-AFD4-8C5AD5D5B81D}"/>
              </a:ext>
            </a:extLst>
          </p:cNvPr>
          <p:cNvSpPr txBox="1"/>
          <p:nvPr/>
        </p:nvSpPr>
        <p:spPr>
          <a:xfrm>
            <a:off x="8619565" y="309283"/>
            <a:ext cx="3307976" cy="99508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Day Two</a:t>
            </a:r>
          </a:p>
        </p:txBody>
      </p:sp>
    </p:spTree>
    <p:extLst>
      <p:ext uri="{BB962C8B-B14F-4D97-AF65-F5344CB8AC3E}">
        <p14:creationId xmlns:p14="http://schemas.microsoft.com/office/powerpoint/2010/main" val="402981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40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154E6CA-877F-4710-9C6A-E6FDA8DCD1CE}"/>
              </a:ext>
            </a:extLst>
          </p:cNvPr>
          <p:cNvSpPr/>
          <p:nvPr/>
        </p:nvSpPr>
        <p:spPr>
          <a:xfrm>
            <a:off x="406400" y="1513011"/>
            <a:ext cx="11161485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Advanced agent frameworks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State Graphs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Graph-based orchestration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Advanced orchestration frameworks: </a:t>
            </a:r>
            <a:r>
              <a:rPr lang="en-US" sz="2300" dirty="0" err="1">
                <a:solidFill>
                  <a:schemeClr val="bg1"/>
                </a:solidFill>
                <a:latin typeface="Arial" panose="020B0604020202020204" pitchFamily="34" charset="0"/>
              </a:rPr>
              <a:t>LangGraph</a:t>
            </a: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sz="2300" dirty="0" err="1">
                <a:solidFill>
                  <a:schemeClr val="bg1"/>
                </a:solidFill>
                <a:latin typeface="Arial" panose="020B0604020202020204" pitchFamily="34" charset="0"/>
              </a:rPr>
              <a:t>AutoGen</a:t>
            </a: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, or similar.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Lab: Develop Autonomous Research AI Agent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0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62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en-US" sz="4400" dirty="0">
                <a:latin typeface="Arial" panose="020B0604020202020204" pitchFamily="34" charset="0"/>
              </a:rPr>
              <a:t>Advanced agent frameworks </a:t>
            </a:r>
          </a:p>
        </p:txBody>
      </p:sp>
    </p:spTree>
    <p:extLst>
      <p:ext uri="{BB962C8B-B14F-4D97-AF65-F5344CB8AC3E}">
        <p14:creationId xmlns:p14="http://schemas.microsoft.com/office/powerpoint/2010/main" val="174664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390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 as the "project managers" or conductors of complex AI workflows, moving beyond simple, single-prompt interactions to orchestrate sophisticated, multi-step operations,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frameworks for AI workflow orchestration provide structured abstractions that enable developers to build, manage, and scale complex agentic systems. Unlike simple sequential chains, these frameworks support:</a:t>
            </a:r>
          </a:p>
        </p:txBody>
      </p:sp>
    </p:spTree>
    <p:extLst>
      <p:ext uri="{BB962C8B-B14F-4D97-AF65-F5344CB8AC3E}">
        <p14:creationId xmlns:p14="http://schemas.microsoft.com/office/powerpoint/2010/main" val="302585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0976067" cy="3244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Exploration: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Focuses on shifting from linear AI prompting to 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Graphs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Engineers learn to map workflows using 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(actions/tasks), 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(conditional routing paths), and 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Management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 shared digital memory that tracks context and data streaming across the system).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87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0976067" cy="3890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Exploration: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Involves hands-on coding using enterprise-grade orchestration frameworks (like </a:t>
            </a:r>
            <a:r>
              <a:rPr lang="en-US" sz="28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8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AutoGen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Students build autonomous systems—such as a recursive research agent—by connecting AI to real-world data tools, managing logic loops, and establishing fallback mechanisms when an agent encounters errors.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6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484094" y="2380129"/>
            <a:ext cx="10976067" cy="2886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Graph-Based Computation</a:t>
            </a: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 workflows as directed graphs (nodes = tasks/agents, edges = data flow)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branching, cycles, conditional routing, and parallel execution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stateful and stateless node implementations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663090" cy="1235355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(Core Theoretical Concepts)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65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484094" y="2380129"/>
            <a:ext cx="10976067" cy="2332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State Management</a:t>
            </a: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Persistent memory across workflow executions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Checkpointing for </a:t>
            </a:r>
            <a:r>
              <a:rPr lang="en-US" sz="24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resumability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fault tolerance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Conversation/agent memory (short-term, long-term, episodic)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663090" cy="1235355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(Core Theoretical Concepts)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82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484094" y="2380129"/>
            <a:ext cx="10976067" cy="3440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Orchestration Patterns</a:t>
            </a: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Linear chain of operations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Concurrent execution of independent tasks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Dynamic routing based on intermediate results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Loop/Iterative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Repeated execution with termination conditions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Map-Reduce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Fan-out/fan-in for batch processing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663090" cy="1235355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(Core Theoretical Concepts)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2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484094" y="2380129"/>
            <a:ext cx="10976067" cy="1778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 Human-in-the-Loop</a:t>
            </a: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Breakpoints for human approval or input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Escalation paths for uncertain decisions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663090" cy="1235355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(Core Theoretical Concepts)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0976067" cy="4086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to Use Advanced Frameworks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advanced frameworks when:</a:t>
            </a: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Workflows require loops or conditional branching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agents must collaborate or communicate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approval is needed at specific steps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must persist across long-running tasks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need </a:t>
            </a:r>
            <a:r>
              <a:rPr lang="en-US" sz="24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replayability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debugging of past executions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66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228295" cy="3890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frameworks transform AI agent development from hardcoded sequences into declarative, flexible, and observable workflows. They provide the scaffolding needed for production-grade agentic systems—handling state, loops, branching, human intervention, and multi-agent coordination—while allowing developers to focus on agent logic rather than orchestration mechanics.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37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0976067" cy="3671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short, </a:t>
            </a:r>
            <a:r>
              <a:rPr lang="en-US" sz="4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teaches you how to design and code a dynamic, reliable network of paths that guide AI through complex, multi-layered corporate tasks.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Advanced agent frameworks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47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2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en-US" sz="4400" dirty="0">
                <a:latin typeface="Arial" panose="020B0604020202020204" pitchFamily="34" charset="0"/>
              </a:rPr>
              <a:t>State Graphs </a:t>
            </a:r>
          </a:p>
        </p:txBody>
      </p:sp>
    </p:spTree>
    <p:extLst>
      <p:ext uri="{BB962C8B-B14F-4D97-AF65-F5344CB8AC3E}">
        <p14:creationId xmlns:p14="http://schemas.microsoft.com/office/powerpoint/2010/main" val="377408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456895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Imagine you are designing a GPS navigation system, but instead of routing a car through city streets, you are routing an AI agent through complex business logic.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is exactly what a 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Graph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advanced AI engineering, rather than letting an AI haphazardly guess its next step, we use graph-based structures to map out exactly how the system is allowed to think, behave, and react. It turns unpredictable AI reasoning into a reliable, structured flowchart.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State Graphs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21024" y="1909482"/>
            <a:ext cx="11860305" cy="458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state graph breaks down system intelligence into three fundamental elements:</a:t>
            </a:r>
          </a:p>
          <a:p>
            <a:pPr>
              <a:lnSpc>
                <a:spcPct val="150000"/>
              </a:lnSpc>
            </a:pPr>
            <a:endParaRPr lang="en-US" sz="1100" b="1" i="1" u="sng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 (The Actions):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These are the individual steps or functions in your workflow.</a:t>
            </a:r>
          </a:p>
          <a:p>
            <a:pPr lvl="0">
              <a:lnSpc>
                <a:spcPct val="150000"/>
              </a:lnSpc>
            </a:pPr>
            <a:endParaRPr lang="en-US" sz="1100" b="1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 (The Pathways):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These are the lines that connect the nodes, defining the allowed flow of execution.</a:t>
            </a:r>
          </a:p>
          <a:p>
            <a:pPr lvl="0">
              <a:lnSpc>
                <a:spcPct val="150000"/>
              </a:lnSpc>
            </a:pPr>
            <a:endParaRPr lang="en-US" sz="1100" b="1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State (The Shared Memory):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This is the most crucial part. The "State" is a centralized, continuous data structure (like a digital clipboard) that moves along the graph with the agent. Every time a node executes, it reads from this state and writes its new findings back to it. This ensures the agent never forgets what happened in previous steps.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The Core Components of State Graphs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18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6017" y="1667435"/>
            <a:ext cx="11819965" cy="5027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coding uses rigid, linear if/else statements. Basic LLM apps just use a single prompt. State graphs offer the perfect middle ground for enterprise systems: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Managing Complexity and Loops: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Real-world tasks aren't linear. A research agent might read an article, realize it needs more data, and need to loop back to a search step multiple times.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Deterministic Control over Non-Deterministic AI: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Large Language Models (LLMs) are naturally unpredictable. By wrapping them inside a state graph, you strictly control their boundaries.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Human-in-the-Loop Interruption: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Graphs allow you to easily pause execution at a specific node. For instance, the graph can run autonomously up until a "Approve Budget" node, pause to await a physical click from a human manager, update the state with the human's input, and resume down the correct edge.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Why Use State Graphs for AI?</a:t>
            </a:r>
            <a:br>
              <a:rPr lang="en-US" sz="4400" dirty="0">
                <a:latin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72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01270" y="1909482"/>
            <a:ext cx="544649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rgbClr val="2C2C2C"/>
                </a:solidFill>
                <a:latin typeface="Arial" panose="020B0604020202020204" pitchFamily="34" charset="0"/>
              </a:rPr>
              <a:t>State Initialization:</a:t>
            </a: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</a:rPr>
              <a:t> The user asks a question. The "State" records the query.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rgbClr val="2C2C2C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rgbClr val="2C2C2C"/>
                </a:solidFill>
                <a:latin typeface="Arial" panose="020B0604020202020204" pitchFamily="34" charset="0"/>
              </a:rPr>
              <a:t>Node 1 (Query Formulation):</a:t>
            </a: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</a:rPr>
              <a:t> The AI takes the query, refines it into search terms, and saves them to the State.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rgbClr val="2C2C2C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rgbClr val="2C2C2C"/>
                </a:solidFill>
                <a:latin typeface="Arial" panose="020B0604020202020204" pitchFamily="34" charset="0"/>
              </a:rPr>
              <a:t>Node 2 (Web Search):</a:t>
            </a: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</a:rPr>
              <a:t> A code snippet executes the search terms via an API, pulls text snippets, and appends them to the State.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Practical Example: State Graphs of The Autonomous Research Agent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563932-050B-4590-8AED-C18EB0CB4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313" y="2084295"/>
            <a:ext cx="6249272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51024" cy="453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2C2C2C"/>
                </a:solidFill>
                <a:latin typeface="Arial" panose="020B0604020202020204" pitchFamily="34" charset="0"/>
              </a:rPr>
              <a:t>Node 3 (Evaluation):</a:t>
            </a:r>
            <a:r>
              <a:rPr lang="en-US" altLang="en-US" sz="2800" dirty="0">
                <a:solidFill>
                  <a:srgbClr val="2C2C2C"/>
                </a:solidFill>
                <a:latin typeface="Arial" panose="020B0604020202020204" pitchFamily="34" charset="0"/>
              </a:rPr>
              <a:t> An LLM reviews the State. It asks itself: </a:t>
            </a:r>
            <a:r>
              <a:rPr lang="en-US" altLang="en-US" sz="2800" i="1" dirty="0">
                <a:solidFill>
                  <a:srgbClr val="2C2C2C"/>
                </a:solidFill>
                <a:latin typeface="Arial" panose="020B0604020202020204" pitchFamily="34" charset="0"/>
              </a:rPr>
              <a:t>"Do I have enough info to answer the user?“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2C2C2C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i="1" dirty="0">
                <a:solidFill>
                  <a:srgbClr val="2C2C2C"/>
                </a:solidFill>
                <a:latin typeface="Arial" panose="020B0604020202020204" pitchFamily="34" charset="0"/>
              </a:rPr>
              <a:t>Path A (Conditional Edge):</a:t>
            </a:r>
            <a:r>
              <a:rPr lang="en-US" altLang="en-US" sz="2800" dirty="0">
                <a:solidFill>
                  <a:srgbClr val="2C2C2C"/>
                </a:solidFill>
                <a:latin typeface="Arial" panose="020B0604020202020204" pitchFamily="34" charset="0"/>
              </a:rPr>
              <a:t> No. The graph routes back to Node 1 to try a different search.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i="1" dirty="0">
                <a:solidFill>
                  <a:srgbClr val="2C2C2C"/>
                </a:solidFill>
                <a:latin typeface="Arial" panose="020B0604020202020204" pitchFamily="34" charset="0"/>
              </a:rPr>
              <a:t>Path B (Conditional Edge):</a:t>
            </a:r>
            <a:r>
              <a:rPr lang="en-US" altLang="en-US" sz="2800" dirty="0">
                <a:solidFill>
                  <a:srgbClr val="2C2C2C"/>
                </a:solidFill>
                <a:latin typeface="Arial" panose="020B0604020202020204" pitchFamily="34" charset="0"/>
              </a:rPr>
              <a:t> Yes. The graph routes forward to Node 4.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rgbClr val="2C2C2C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2C2C2C"/>
                </a:solidFill>
                <a:latin typeface="Arial" panose="020B0604020202020204" pitchFamily="34" charset="0"/>
              </a:rPr>
              <a:t>Node 4 (Compilation):</a:t>
            </a:r>
            <a:r>
              <a:rPr lang="en-US" altLang="en-US" sz="2800" dirty="0">
                <a:solidFill>
                  <a:srgbClr val="2C2C2C"/>
                </a:solidFill>
                <a:latin typeface="Arial" panose="020B0604020202020204" pitchFamily="34" charset="0"/>
              </a:rPr>
              <a:t> The LLM drafts the final report using all gathered state data.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State Graphs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60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369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3737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Practically, frameworks such as </a:t>
            </a:r>
            <a:r>
              <a:rPr lang="en-US" sz="3200" dirty="0" err="1">
                <a:solidFill>
                  <a:srgbClr val="3737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US" sz="3200" dirty="0">
                <a:solidFill>
                  <a:srgbClr val="3737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 State Graphs to help developers build AI systems capable of maintaining memory, handling conditional execution paths, coordinating multiple agents, and managing long-running processes efficiently.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State Graphs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3313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short, </a:t>
            </a:r>
            <a:r>
              <a:rPr lang="en-US" sz="3600" dirty="0">
                <a:solidFill>
                  <a:srgbClr val="3737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Graphs are essential in enterprise AI because they improve system transparency, scalability, control, and reliability when building complex intelligent applications.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State Graphs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72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7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en-US" sz="4400" dirty="0">
                <a:latin typeface="Arial" panose="020B0604020202020204" pitchFamily="34" charset="0"/>
              </a:rPr>
              <a:t>Graph-based orchestration </a:t>
            </a:r>
          </a:p>
        </p:txBody>
      </p:sp>
    </p:spTree>
    <p:extLst>
      <p:ext uri="{BB962C8B-B14F-4D97-AF65-F5344CB8AC3E}">
        <p14:creationId xmlns:p14="http://schemas.microsoft.com/office/powerpoint/2010/main" val="1473586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53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Graph-based orchestration is an advanced workflow management approach used in modern AI systems where tasks, agents, and operations are organized as interconnected nodes within a graph structure. Instead of following a simple linear sequence, the workflow can dynamically branch, loop, merge, or transition between multiple execution paths depending on system state, decisions, or external inputs.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Graph-based orchestration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85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075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architecture: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 actions, agents, tools, or processing steps.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 transitions, dependencies, or execution flow between nodes.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maintained and updated as the workflow progresses through the graph.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Graph-based orchestration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640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Graph-based orchestration enables AI systems to handle: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decision-making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execution paths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Multi-agent coordination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task execution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workflows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Long-running autonomous processes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recovery and retry logic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Graph-based orchestration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36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3" y="1909482"/>
            <a:ext cx="11685495" cy="4075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foundations of graph orchestration are derived from: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machines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Directed acyclic graphs (DAGs)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engines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systems orchestration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Graph-based orchestration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14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94128" y="1734670"/>
            <a:ext cx="11846859" cy="5009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an enterprise AI assistant may use graph-based orchestration to: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 a business request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Analyze the request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it to specialized agents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Query databases or APIs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 results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Request human approval if needed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final responses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 all actions for monitoring and auditing </a:t>
            </a:r>
          </a:p>
          <a:p>
            <a:pPr lvl="0"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orchestration model is especially important in enterprise AI because it provides: Scalability, Flexibility, Reliability, Transparency, Observability and Better control over autonomous AI behavior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Graph-based orchestration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59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369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Practically, frameworks such as </a:t>
            </a:r>
            <a:r>
              <a:rPr lang="en-US" sz="32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(as we will discuss in the next section) use graph-based orchestration to build advanced AI agent systems where agents can reason, revisit previous states, call tools conditionally, and collaborate dynamically.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Graph-based orchestration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3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3671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Short, </a:t>
            </a:r>
            <a:r>
              <a:rPr lang="en-US" sz="4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Graph-based orchestration is considered a foundational technology for building next-generation autonomous and multi-agent AI systems.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Graph-based orchestration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91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0000" y="3826800"/>
            <a:ext cx="10936800" cy="265468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4400" dirty="0">
                <a:latin typeface="Arial" panose="020B0604020202020204" pitchFamily="34" charset="0"/>
              </a:rPr>
              <a:t>Advanced orchestration frameworks: </a:t>
            </a:r>
            <a:r>
              <a:rPr lang="en-US" sz="4400" dirty="0" err="1">
                <a:latin typeface="Arial" panose="020B0604020202020204" pitchFamily="34" charset="0"/>
              </a:rPr>
              <a:t>LangGraph</a:t>
            </a:r>
            <a:r>
              <a:rPr lang="en-US" sz="4400" dirty="0">
                <a:latin typeface="Arial" panose="020B0604020202020204" pitchFamily="34" charset="0"/>
              </a:rPr>
              <a:t>, </a:t>
            </a:r>
            <a:r>
              <a:rPr lang="en-US" sz="4400" dirty="0" err="1">
                <a:latin typeface="Arial" panose="020B0604020202020204" pitchFamily="34" charset="0"/>
              </a:rPr>
              <a:t>AutoGen</a:t>
            </a:r>
            <a:r>
              <a:rPr lang="en-US" sz="4400" dirty="0">
                <a:latin typeface="Arial" panose="020B0604020202020204" pitchFamily="34" charset="0"/>
              </a:rPr>
              <a:t>, or similar</a:t>
            </a:r>
          </a:p>
        </p:txBody>
      </p:sp>
    </p:spTree>
    <p:extLst>
      <p:ext uri="{BB962C8B-B14F-4D97-AF65-F5344CB8AC3E}">
        <p14:creationId xmlns:p14="http://schemas.microsoft.com/office/powerpoint/2010/main" val="167631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Advanced orchestration frameworks: </a:t>
            </a:r>
            <a:r>
              <a:rPr lang="en-US" sz="4000" dirty="0" err="1">
                <a:latin typeface="Arial" panose="020B0604020202020204" pitchFamily="34" charset="0"/>
              </a:rPr>
              <a:t>LangGraph</a:t>
            </a:r>
            <a:r>
              <a:rPr lang="en-US" sz="4000" dirty="0">
                <a:latin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</a:rPr>
              <a:t>AutoGen</a:t>
            </a:r>
            <a:r>
              <a:rPr lang="en-US" sz="4000" dirty="0">
                <a:latin typeface="Arial" panose="020B0604020202020204" pitchFamily="34" charset="0"/>
              </a:rPr>
              <a:t>, or similar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178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1. </a:t>
            </a:r>
            <a:r>
              <a:rPr lang="en-US" sz="3600" b="1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US" sz="36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(from </a:t>
            </a:r>
            <a:r>
              <a:rPr lang="en-US" sz="3600" b="1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36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Paradigm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Graph-based state machines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Cyclical and conditional flows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Persistent checkpoints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Built-in human-in-the-loop support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Multi-step reasoning, autonomous agents with loops</a:t>
            </a:r>
          </a:p>
        </p:txBody>
      </p:sp>
    </p:spTree>
    <p:extLst>
      <p:ext uri="{BB962C8B-B14F-4D97-AF65-F5344CB8AC3E}">
        <p14:creationId xmlns:p14="http://schemas.microsoft.com/office/powerpoint/2010/main" val="261146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Advanced orchestration frameworks: </a:t>
            </a:r>
            <a:r>
              <a:rPr lang="en-US" sz="4000" dirty="0" err="1">
                <a:latin typeface="Arial" panose="020B0604020202020204" pitchFamily="34" charset="0"/>
              </a:rPr>
              <a:t>LangGraph</a:t>
            </a:r>
            <a:r>
              <a:rPr lang="en-US" sz="4000" dirty="0">
                <a:latin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</a:rPr>
              <a:t>AutoGen</a:t>
            </a:r>
            <a:r>
              <a:rPr lang="en-US" sz="4000" dirty="0">
                <a:latin typeface="Arial" panose="020B0604020202020204" pitchFamily="34" charset="0"/>
              </a:rPr>
              <a:t>, or similar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178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 Microsoft </a:t>
            </a:r>
            <a:r>
              <a:rPr lang="en-US" sz="3600" b="1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AutoGen</a:t>
            </a:r>
            <a:endParaRPr lang="en-US" sz="3600" b="1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Paradigm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Multi-agent conversation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Conversable agents (User, Assistant, Custom)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chat orchestration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execution within agents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Collaborative problem-solving,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58757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Advanced orchestration frameworks: </a:t>
            </a:r>
            <a:r>
              <a:rPr lang="en-US" sz="4000" dirty="0" err="1">
                <a:latin typeface="Arial" panose="020B0604020202020204" pitchFamily="34" charset="0"/>
              </a:rPr>
              <a:t>LangGraph</a:t>
            </a:r>
            <a:r>
              <a:rPr lang="en-US" sz="4000" dirty="0">
                <a:latin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</a:rPr>
              <a:t>AutoGen</a:t>
            </a:r>
            <a:r>
              <a:rPr lang="en-US" sz="4000" dirty="0">
                <a:latin typeface="Arial" panose="020B0604020202020204" pitchFamily="34" charset="0"/>
              </a:rPr>
              <a:t>, or similar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178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3. </a:t>
            </a:r>
            <a:r>
              <a:rPr lang="en-US" sz="3600" b="1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CrewAI</a:t>
            </a:r>
            <a:endParaRPr lang="en-US" sz="3600" b="1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Paradigm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Role-based agent teams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 or flat agent structures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delegation and handoffs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Process-based workflows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Automated research, content creation pipelines</a:t>
            </a:r>
          </a:p>
        </p:txBody>
      </p:sp>
    </p:spTree>
    <p:extLst>
      <p:ext uri="{BB962C8B-B14F-4D97-AF65-F5344CB8AC3E}">
        <p14:creationId xmlns:p14="http://schemas.microsoft.com/office/powerpoint/2010/main" val="324370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Advanced orchestration frameworks: </a:t>
            </a:r>
            <a:r>
              <a:rPr lang="en-US" sz="4000" dirty="0" err="1">
                <a:latin typeface="Arial" panose="020B0604020202020204" pitchFamily="34" charset="0"/>
              </a:rPr>
              <a:t>LangGraph</a:t>
            </a:r>
            <a:r>
              <a:rPr lang="en-US" sz="4000" dirty="0">
                <a:latin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</a:rPr>
              <a:t>AutoGen</a:t>
            </a:r>
            <a:r>
              <a:rPr lang="en-US" sz="4000" dirty="0">
                <a:latin typeface="Arial" panose="020B0604020202020204" pitchFamily="34" charset="0"/>
              </a:rPr>
              <a:t>, or similar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178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 Semantic Kernel (Microsoft)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Paradigm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Planner-based orchestration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sz="2400" b="1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Feaatures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Stepwise planning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Plugin architecture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Native function calling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Enterprise automation, business process integration</a:t>
            </a:r>
          </a:p>
        </p:txBody>
      </p:sp>
    </p:spTree>
    <p:extLst>
      <p:ext uri="{BB962C8B-B14F-4D97-AF65-F5344CB8AC3E}">
        <p14:creationId xmlns:p14="http://schemas.microsoft.com/office/powerpoint/2010/main" val="73895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Advanced orchestration frameworks: </a:t>
            </a:r>
            <a:r>
              <a:rPr lang="en-US" sz="4000" dirty="0" err="1">
                <a:latin typeface="Arial" panose="020B0604020202020204" pitchFamily="34" charset="0"/>
              </a:rPr>
              <a:t>LangGraph</a:t>
            </a:r>
            <a:r>
              <a:rPr lang="en-US" sz="4000" dirty="0">
                <a:latin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</a:rPr>
              <a:t>AutoGen</a:t>
            </a:r>
            <a:r>
              <a:rPr lang="en-US" sz="4000" dirty="0">
                <a:latin typeface="Arial" panose="020B0604020202020204" pitchFamily="34" charset="0"/>
              </a:rPr>
              <a:t>, or similar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178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 Haystack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Paradigm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Pipeline-based NLP workflows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Component-based pipelines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Asynchronous execution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Built-in RAG support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Document search, question answering, RAG systems</a:t>
            </a:r>
          </a:p>
        </p:txBody>
      </p:sp>
    </p:spTree>
    <p:extLst>
      <p:ext uri="{BB962C8B-B14F-4D97-AF65-F5344CB8AC3E}">
        <p14:creationId xmlns:p14="http://schemas.microsoft.com/office/powerpoint/2010/main" val="199744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Advanced orchestration frameworks: </a:t>
            </a:r>
            <a:r>
              <a:rPr lang="en-US" sz="4000" dirty="0" err="1">
                <a:latin typeface="Arial" panose="020B0604020202020204" pitchFamily="34" charset="0"/>
              </a:rPr>
              <a:t>LangGraph</a:t>
            </a:r>
            <a:r>
              <a:rPr lang="en-US" sz="4000" dirty="0">
                <a:latin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</a:rPr>
              <a:t>AutoGen</a:t>
            </a:r>
            <a:r>
              <a:rPr lang="en-US" sz="4000" dirty="0">
                <a:latin typeface="Arial" panose="020B0604020202020204" pitchFamily="34" charset="0"/>
              </a:rPr>
              <a:t>, or similar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0BF742-D11D-4207-B962-0A80106EC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376932"/>
              </p:ext>
            </p:extLst>
          </p:nvPr>
        </p:nvGraphicFramePr>
        <p:xfrm>
          <a:off x="551329" y="2393576"/>
          <a:ext cx="11255190" cy="38912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4255">
                  <a:extLst>
                    <a:ext uri="{9D8B030D-6E8A-4147-A177-3AD203B41FA5}">
                      <a16:colId xmlns:a16="http://schemas.microsoft.com/office/drawing/2014/main" val="3395939385"/>
                    </a:ext>
                  </a:extLst>
                </a:gridCol>
                <a:gridCol w="2032187">
                  <a:extLst>
                    <a:ext uri="{9D8B030D-6E8A-4147-A177-3AD203B41FA5}">
                      <a16:colId xmlns:a16="http://schemas.microsoft.com/office/drawing/2014/main" val="1039026049"/>
                    </a:ext>
                  </a:extLst>
                </a:gridCol>
                <a:gridCol w="2032187">
                  <a:extLst>
                    <a:ext uri="{9D8B030D-6E8A-4147-A177-3AD203B41FA5}">
                      <a16:colId xmlns:a16="http://schemas.microsoft.com/office/drawing/2014/main" val="4131191832"/>
                    </a:ext>
                  </a:extLst>
                </a:gridCol>
                <a:gridCol w="2032187">
                  <a:extLst>
                    <a:ext uri="{9D8B030D-6E8A-4147-A177-3AD203B41FA5}">
                      <a16:colId xmlns:a16="http://schemas.microsoft.com/office/drawing/2014/main" val="2928683987"/>
                    </a:ext>
                  </a:extLst>
                </a:gridCol>
                <a:gridCol w="2032187">
                  <a:extLst>
                    <a:ext uri="{9D8B030D-6E8A-4147-A177-3AD203B41FA5}">
                      <a16:colId xmlns:a16="http://schemas.microsoft.com/office/drawing/2014/main" val="341782643"/>
                    </a:ext>
                  </a:extLst>
                </a:gridCol>
                <a:gridCol w="2032187">
                  <a:extLst>
                    <a:ext uri="{9D8B030D-6E8A-4147-A177-3AD203B41FA5}">
                      <a16:colId xmlns:a16="http://schemas.microsoft.com/office/drawing/2014/main" val="3113256075"/>
                    </a:ext>
                  </a:extLst>
                </a:gridCol>
              </a:tblGrid>
              <a:tr h="56331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Framework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Execution Model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Support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Multi-Agent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Learning Curve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840900884"/>
                  </a:ext>
                </a:extLst>
              </a:tr>
              <a:tr h="56331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LangGraph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 (cyclic)</a:t>
                      </a:r>
                      <a:endParaRPr lang="en-US" sz="14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Excellent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 reasoning loops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416474758"/>
                  </a:ext>
                </a:extLst>
              </a:tr>
              <a:tr h="56331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AutoGen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Conversational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Excellent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Collaborative agents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039581393"/>
                  </a:ext>
                </a:extLst>
              </a:tr>
              <a:tr h="56331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CrewAI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Role-based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Excellent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Low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delegation teams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076256422"/>
                  </a:ext>
                </a:extLst>
              </a:tr>
              <a:tr h="894827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Semantic Kernel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Planner/Linear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Enterprise integration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03909696"/>
                  </a:ext>
                </a:extLst>
              </a:tr>
              <a:tr h="563312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Haystack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DAG Pipeline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NLP/RAG pipelines</a:t>
                      </a:r>
                      <a:endParaRPr lang="en-US" sz="14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769974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58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48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Autonomous Research AI Agent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628E8-58BA-46C1-B54A-371C54D1AB56}"/>
              </a:ext>
            </a:extLst>
          </p:cNvPr>
          <p:cNvSpPr/>
          <p:nvPr/>
        </p:nvSpPr>
        <p:spPr>
          <a:xfrm>
            <a:off x="630000" y="990000"/>
            <a:ext cx="475803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Lab Activity:</a:t>
            </a:r>
          </a:p>
        </p:txBody>
      </p:sp>
    </p:spTree>
    <p:extLst>
      <p:ext uri="{BB962C8B-B14F-4D97-AF65-F5344CB8AC3E}">
        <p14:creationId xmlns:p14="http://schemas.microsoft.com/office/powerpoint/2010/main" val="126220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FFEC-D4C1-4DAC-B5B5-700C1DF2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Autonomous Research AI Agent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FC7FA0-C4E4-477D-8534-62D7B6E897C1}"/>
              </a:ext>
            </a:extLst>
          </p:cNvPr>
          <p:cNvSpPr/>
          <p:nvPr/>
        </p:nvSpPr>
        <p:spPr>
          <a:xfrm>
            <a:off x="539729" y="1923298"/>
            <a:ext cx="11416553" cy="353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can: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 information autonomously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multiple sources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execution state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structured outputs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 workflow decisions dynamically </a:t>
            </a:r>
          </a:p>
        </p:txBody>
      </p:sp>
    </p:spTree>
    <p:extLst>
      <p:ext uri="{BB962C8B-B14F-4D97-AF65-F5344CB8AC3E}">
        <p14:creationId xmlns:p14="http://schemas.microsoft.com/office/powerpoint/2010/main" val="5230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C1F35A-F965-43E6-A763-8F2C92B3CB25}"/>
              </a:ext>
            </a:extLst>
          </p:cNvPr>
          <p:cNvSpPr/>
          <p:nvPr/>
        </p:nvSpPr>
        <p:spPr>
          <a:xfrm>
            <a:off x="420914" y="1959430"/>
            <a:ext cx="10894104" cy="3913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(Install required packages):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langchain-openai</a:t>
            </a: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-community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chromadb</a:t>
            </a: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tavily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-python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python-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dotenv</a:t>
            </a: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C38100-98D1-4114-A570-CB6DB3C3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b="1" dirty="0"/>
              <a:t>Autonomous Research AI Agent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26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C41B2A-81E4-4DDC-8296-037A44486E7D}"/>
              </a:ext>
            </a:extLst>
          </p:cNvPr>
          <p:cNvSpPr/>
          <p:nvPr/>
        </p:nvSpPr>
        <p:spPr>
          <a:xfrm>
            <a:off x="460467" y="1854870"/>
            <a:ext cx="10687145" cy="4644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to Look For in the Output (</a:t>
            </a:r>
            <a:r>
              <a:rPr lang="en-US" sz="2800" b="1" i="1" u="sng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project generates) :</a:t>
            </a:r>
          </a:p>
          <a:p>
            <a:pPr>
              <a:lnSpc>
                <a:spcPct val="150000"/>
              </a:lnSpc>
              <a:spcBef>
                <a:spcPts val="21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Enterprise research reports</a:t>
            </a:r>
          </a:p>
          <a:p>
            <a:pPr>
              <a:lnSpc>
                <a:spcPct val="150000"/>
              </a:lnSpc>
              <a:spcBef>
                <a:spcPts val="21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AI-generated analysis</a:t>
            </a:r>
          </a:p>
          <a:p>
            <a:pPr>
              <a:lnSpc>
                <a:spcPct val="150000"/>
              </a:lnSpc>
              <a:spcBef>
                <a:spcPts val="21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Execution logs</a:t>
            </a:r>
          </a:p>
          <a:p>
            <a:pPr>
              <a:lnSpc>
                <a:spcPct val="150000"/>
              </a:lnSpc>
              <a:spcBef>
                <a:spcPts val="21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Research quality scores</a:t>
            </a:r>
          </a:p>
          <a:p>
            <a:pPr>
              <a:lnSpc>
                <a:spcPct val="150000"/>
              </a:lnSpc>
              <a:spcBef>
                <a:spcPts val="21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Persistent vector memory</a:t>
            </a:r>
            <a:endParaRPr lang="en-US" sz="1600" dirty="0">
              <a:solidFill>
                <a:srgbClr val="2C2C2C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69E394-E5AC-4F24-A97A-05796410E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b="1" dirty="0"/>
              <a:t>Autonomous Research AI Agent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26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89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354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EE4P_LANGUAGE_ID" val="1033"/>
  <p:tag name="EE4P_STYLE_ID" val="2xL11tvi"/>
  <p:tag name="EE4P_STYLE_NAME" val="SDAIA Grid 16:9 English"/>
  <p:tag name="EE4P_AGENDAWIZARD" val="&lt;ee4p&gt;&lt;layouts&gt;&lt;layout name=&quot;Section Header&quot; id=&quot;227_1-1&quot;&gt;&lt;standard&gt;&lt;textframe horizontalAnchor=&quot;1&quot; marginBottom=&quot;0&quot; marginLeft=&quot;0&quot; marginRight=&quot;0&quot; marginTop=&quot;0&quot; orientation=&quot;1&quot; verticalAnchor=&quot;1&quot; /&gt;&lt;font name=&quot;Arial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&quot; title=&quot;&quot; subtitle=&quot;&quot; sizingModeId=&quot;1&quot; fontSize=&quot;24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position left=&quot;395.4111&quot; top=&quot;116.9109&quot; width=&quot;515.0769&quot; height=&quot;345.2203&quot; /&gt;&lt;!--&#10;      &lt;subtitle&gt;&#10;      &#10;        &lt;position left=&quot;197.597&quot; top=&quot;369.3848&quot; width=&quot;123.634&quot; height=&quot;115.6044&quot; autoshape=&quot;1&quot; rotation=&quot;0&quot; /&gt;&#10;        &lt;line visible=&quot;1&quot; weight=&quot;0.75&quot; style=&quot;1&quot; dashStyle=&quot;1&quot; foreColor=&quot;14&quot; /&gt;&#10;        &lt;fill visible=&quot;0&quot; /&gt;&#10;        &lt;textframe horizontalAnchor=&quot;1&quot; verticalAnchor=&quot;1&quot; orientation=&quot;1&quot; wordWrap=&quot;1&quot; autoSize=&quot;0&quot; marginLeft=&quot;8.503937&quot; marginRight=&quot;0&quot; marginTop=&quot;14.17323&quot; marginBottom=&quot;0&quot; /&gt;&#10;        &lt;paragraphformat alignment=&quot;1&quot; lineRuleBefore=&quot;0&quot; lineRuleWithin=&quot;1&quot; lineRuleAfter=&quot;0&quot; spaceBefore=&quot;0&quot; spaceWithin=&quot;0.95&quot; spaceAfter=&quot;0&quot; /&gt;&#10;        &lt;font name=&quot;Arial&quot; size=&quot;10&quot; bold=&quot;0&quot; italic=&quot;0&quot; underlineStyle=&quot;0&quot; color=&quot;#ffffff&quot; spacing=&quot;0&quot; kerning=&quot;12&quot; /&gt;&#10;      &#10;      &lt;/subtitle&gt;&#10;      --&gt;&lt;settings allowedSizingModeIds=&quot;1|2&quot; allowedFontSizes=&quot;8|9|10.5|11|12|14|16|18|20|22|24&quot; allowedTimeFormatIds=&quot;1|2|3&quot; slideLayout=&quot;11&quot; customLayoutName=&quot;Blank green|Presentation¦Blank green&quot; customLayoutIndex=&quot;&quot; showBreak=&quot;0&quot; singleAgendaSlideSelected=&quot;0&quot; backupSlideTitle=&quot;Unused Slides&quot; topMargin=&quot;0&quot; leftMargin=&quot;0&quot; allowedLevels=&quot;2&quot; itemNoFormats=&quot;{1}¦{1}.{2}¦{3:alphaLC}¦{3:alphaLC}.{4:alphaLC}&quot; customLayoutNameBackup=&quot;Special gray|Presentation¦Special gray&quot; titlePrompt=&quot;Insert Title&quot; namePrompt=&quot;Insert Date&quot; /&gt;&lt;cases&gt;&lt;case level=&quot;1&quot; single=&quot;1&quot; break=&quot;0&quot; topMinSpacing=&quot;5&quot; topMaxSpacing=&quot;15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pageno&quot; type=&quot;autoshape&quot; autoShapeType=&quot;1&quot;&gt;&lt;paragraphformat alignment=&quot;3&quot; /&gt;&lt;/element&gt;&lt;/case&gt;&lt;case level=&quot;2&quot; single=&quot;1&quot; break=&quot;0&quot; topMinSpacing=&quot;4&quot; topMaxSpacing=&quot;4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font relativeSize=&quot;0.75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pageno&quot; type=&quot;autoshape&quot; autoShapeType=&quot;1&quot;&gt;&lt;paragraphformat alignment=&quot;3&quot; /&gt;&lt;font relativeSize=&quot;0.75&quot; /&gt;&lt;/element&gt;&lt;/case&gt;&lt;/cases&gt;&lt;elements&gt;&lt;element type=&quot;autoshape&quot; autoShapeType=&quot;1&quot; value=&quot;%agendaTitle%&quot; slideType=&quot;1&quot;&gt;&lt;position left=&quot;-345.68251&quot; top=&quot;-45.376146&quot; width=&quot;271.5024&quot; height=&quot;274.7323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0&quot; marginRight=&quot;0&quot; marginTop=&quot;19.84252&quot; marginBottom=&quot;0&quot; /&gt;&lt;paragraphformat alignment=&quot;2&quot; lineRuleBefore=&quot;0&quot; lineRuleWithin=&quot;1&quot; lineRuleAfter=&quot;0&quot; spaceBefore=&quot;0&quot; spaceWithin=&quot;0.95&quot; spaceAfter=&quot;0&quot; /&gt;&lt;font name=&quot;Arial&quot; size=&quot;54&quot; bold=&quot;0&quot; italic=&quot;0&quot; underlineStyle=&quot;0&quot; color=&quot;#ffffff&quot; spacing=&quot;0&quot; kerning=&quot;12&quot; /&gt;&lt;/element&gt;&lt;element type=&quot;autoshape&quot; autoShapeType=&quot;1&quot; value=&quot;%agendaName%&quot; slideType=&quot;1&quot;&gt;&lt;position left=&quot;-197.81411&quot; top=&quot;252.473934&quot; width=&quot;123.634&quot; height=&quot;115.6044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8.503937&quot; marginRight=&quot;0&quot; marginTop=&quot;14.17323&quot; marginBottom=&quot;0&quot; /&gt;&lt;paragraphformat alignment=&quot;1&quot; lineRuleBefore=&quot;0&quot; lineRuleWithin=&quot;1&quot; lineRuleAfter=&quot;0&quot; spaceBefore=&quot;0&quot; spaceWithin=&quot;0.95&quot; spaceAfter=&quot;0&quot; /&gt;&lt;font name=&quot;Arial&quot; size=&quot;10&quot; bold=&quot;0&quot; italic=&quot;0&quot; underlineStyle=&quot;0&quot; color=&quot;#ffffff&quot; spacing=&quot;0&quot; kerning=&quot;12&quot; /&gt;&lt;/element&gt;&lt;element type=&quot;autoshape&quot; autoShapeType=&quot;1&quot; value=&quot;&quot; slideType=&quot;1&quot;&gt;&lt;position left=&quot;-286.10831&quot; top=&quot;252.473934&quot; width=&quot;73.17614&quot; height=&quot;78.41528&quot; autoshape=&quot;1&quot; rotation=&quot;0&quot; /&gt;&lt;line visible=&quot;1&quot; weight=&quot;0.75&quot; style=&quot;1&quot; dashStyle=&quot;1&quot; foreColor=&quot;#ffffff&quot; /&gt;&lt;fill visible=&quot;0&quot; /&gt;&lt;/element&gt;&lt;element type=&quot;autoshape&quot; autoShapeType=&quot;1&quot; value=&quot;&quot; slideType=&quot;2&quot;&gt;&lt;position left=&quot;-294.2502816&quot; top=&quot;-4.4596064&quot; width=&quot;74.61984&quot; height=&quot;74.61984&quot; autoshape=&quot;1&quot; rotation=&quot;0&quot; /&gt;&lt;line visible=&quot;1&quot; weight=&quot;0.75&quot; style=&quot;1&quot; dashStyle=&quot;1&quot; foreColor=&quot;#ffffff&quot; /&gt;&lt;fill visible=&quot;0&quot; /&gt;&lt;/element&gt;&lt;element type=&quot;autoshape&quot; autoShapeType=&quot;1&quot; value=&quot;%topic%&quot; slideType=&quot;2&quot;&gt;&lt;position left=&quot;-294.2502816&quot; top=&quot;93.1711075&quot; width=&quot;758.6493&quot; height=&quot;252.2583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4&quot; orientation=&quot;1&quot; wordWrap=&quot;1&quot; autoSize=&quot;0&quot; marginLeft=&quot;21.6&quot; marginRight=&quot;21.6&quot; marginTop=&quot;21.6&quot; marginBottom=&quot;10.8&quot; /&gt;&lt;paragraphformat alignment=&quot;1&quot; lineRuleBefore=&quot;0&quot; lineRuleWithin=&quot;0&quot; lineRuleAfter=&quot;0&quot; spaceBefore=&quot;0&quot; spaceWithin=&quot;60&quot; spaceAfter=&quot;0&quot; /&gt;&lt;font name=&quot;Arial&quot; size=&quot;54&quot; bold=&quot;0&quot; italic=&quot;0&quot; underlineStyle=&quot;0&quot; color=&quot;#ffffff&quot; spacing=&quot;0&quot; kerning=&quot;12&quot; /&gt;&lt;/element&gt;&lt;/elements&gt;&lt;/layout&gt;&lt;/layouts&gt;&lt;contents&gt;&lt;agenda name=&quot;&quot; title=&quot;&quot; subtitle=&quot;&quot; sizingModeId=&quot;1&quot; fontSize=&quot;24&quot; fontSizeAuto=&quot;1&quot; startTime=&quot;540&quot; timeFormatId=&quot;1&quot; startItemNo=&quot;1&quot; createSingleAgendaSlide=&quot;1&quot; createSeparatingSlides=&quot;1&quot; createBackupSlide=&quot;1&quot; layoutId=&quot;227_1-1&quot; createSections=&quot;0&quot;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items /&gt;&lt;/agenda&gt;&lt;/contents&gt;&lt;/ee4p&gt;"/>
  <p:tag name="EE4P_MASTERWIZARD_DRAFT" val="1"/>
  <p:tag name="EE4P_MASTERWIZARD_MARGINS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u26xgoHsfKBGVd4NeDk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di3hBJNQwTSWXXMgfJR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xjIWBFbghWqpIMmSUgj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xjIWBFbghWqpIMmSUg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2aINs7O0LeNwomu4S7J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q4pdI85KxEp8A10Cqj9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XjewH6m3kLN5vHIEDdG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rdVxDyQwKmWmLQZjOyh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7FZqGw6JWOU2QdQT9Z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R2bJG5unlM01AGVFM.c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Arv6YSnVSrwvZAJXmp7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Jxocg3LQmrJzEdDGhJW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tdzlG.pDawxhE1fo46S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qY4_d4Pc682dnAybFOt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n9K7pWAQ5AqGnu1HAvD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WXTdTobFlCV7UeRK8.V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h2NFYtf9pR7rYKpQOVBR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YIBx4b7WRPy96EPoPdP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6b773h1174nHcBhJlRw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vyFxjk9My.rX1wXa288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HDzhK924qVjkOiKPbms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ZIT_PIqOpoxFSkakh53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2fOT6Zsh6QAUJocZTx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zEO9aYE3ibn9Q3Ji9WA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di3hBJNQwTSWXXMgfJR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uWFAaMmVl7WEmwj3dV9b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WirTc5J59wgUkBtV6SM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JFato_7QwzD9ykZoVA4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Om7LKrXqmWkQh0HkADX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NqD0U5dPiFAJrbIun.2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iHn7WSs5QlOamn6NLho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B0vFvTtDrvX9bBbksXw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qELpw2Miv1Os3OcIu33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IF8zjFYVtP.CxMCekQB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ZAIQAY1GIHZB0ao5GSO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b51OnDYtph6wWyoMMjN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kMqUdBByrULOZTf3bz4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fYaTTSYO91uyNqD0qm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MnoBEIfMicXLbRD5EnA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uY_JHAt3XM7odl1LNeE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AFgafNTZ.lH7gQVXxzM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x_soVwWqJBE4IItJ466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dAkIUGhgMKUYRUHzHJa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TtQpk_RbfPxyyKWet9o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heme/theme1.xml><?xml version="1.0" encoding="utf-8"?>
<a:theme xmlns:a="http://schemas.openxmlformats.org/drawingml/2006/main" name="SDAIA Grid 16:9 English">
  <a:themeElements>
    <a:clrScheme name="SDAIA">
      <a:dk1>
        <a:srgbClr val="696969"/>
      </a:dk1>
      <a:lt1>
        <a:srgbClr val="FFFFFF"/>
      </a:lt1>
      <a:dk2>
        <a:srgbClr val="273370"/>
      </a:dk2>
      <a:lt2>
        <a:srgbClr val="FFFFFF"/>
      </a:lt2>
      <a:accent1>
        <a:srgbClr val="131938"/>
      </a:accent1>
      <a:accent2>
        <a:srgbClr val="1D2654"/>
      </a:accent2>
      <a:accent3>
        <a:srgbClr val="FCBD4C"/>
      </a:accent3>
      <a:accent4>
        <a:srgbClr val="94A0DA"/>
      </a:accent4>
      <a:accent5>
        <a:srgbClr val="8C8C8C"/>
      </a:accent5>
      <a:accent6>
        <a:srgbClr val="33CC99"/>
      </a:accent6>
      <a:hlink>
        <a:srgbClr val="0563C1"/>
      </a:hlink>
      <a:folHlink>
        <a:srgbClr val="0563C1"/>
      </a:folHlink>
    </a:clrScheme>
    <a:fontScheme name="sdaia">
      <a:majorFont>
        <a:latin typeface="Markazi Text SemiBold"/>
        <a:ea typeface=""/>
        <a:cs typeface="Markazi Text SemiBold"/>
      </a:majorFont>
      <a:minorFont>
        <a:latin typeface="Markazi Text"/>
        <a:ea typeface=""/>
        <a:cs typeface="Markazi Tex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3370"/>
        </a:solidFill>
        <a:ln w="9525" cap="rnd" cmpd="sng" algn="ctr">
          <a:noFill/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1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القالب الموحد للتقارير - انجليزي" id="{F4BCF3C1-55B2-4D56-AB6C-6B144D392248}" vid="{BCB58C9C-2A93-4F60-8A25-B06268FB9F5C}"/>
    </a:ext>
  </a:extLst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9C66F0D9B2D478613CA736C20D80F" ma:contentTypeVersion="7" ma:contentTypeDescription="Create a new document." ma:contentTypeScope="" ma:versionID="f20b51aab6fb4e0242055dc43001b166">
  <xsd:schema xmlns:xsd="http://www.w3.org/2001/XMLSchema" xmlns:xs="http://www.w3.org/2001/XMLSchema" xmlns:p="http://schemas.microsoft.com/office/2006/metadata/properties" xmlns:ns2="1fbf8189-efa5-44ea-88a5-03d30663fcf2" targetNamespace="http://schemas.microsoft.com/office/2006/metadata/properties" ma:root="true" ma:fieldsID="1a86a61878db8357636f8729e38565c2" ns2:_="">
    <xsd:import namespace="1fbf8189-efa5-44ea-88a5-03d30663fcf2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2:Category_x003a_Title" minOccurs="0"/>
                <xsd:element ref="ns2:Category_x003a_ID" minOccurs="0"/>
                <xsd:element ref="ns2:Icon" minOccurs="0"/>
                <xsd:element ref="ns2:ItemSort" minOccurs="0"/>
                <xsd:element ref="ns2:ShowInSdaiaHub" minOccurs="0"/>
                <xsd:element ref="ns2:ShowInSdaiaHubSor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f8189-efa5-44ea-88a5-03d30663fcf2" elementFormDefault="qualified">
    <xsd:import namespace="http://schemas.microsoft.com/office/2006/documentManagement/types"/>
    <xsd:import namespace="http://schemas.microsoft.com/office/infopath/2007/PartnerControls"/>
    <xsd:element name="Category" ma:index="8" nillable="true" ma:displayName="Category" ma:list="{83a57ca3-87ab-4a0d-9d9c-7ed2ee41f669}" ma:internalName="Category" ma:showField="Title">
      <xsd:simpleType>
        <xsd:restriction base="dms:Lookup"/>
      </xsd:simpleType>
    </xsd:element>
    <xsd:element name="Category_x003a_Title" ma:index="9" nillable="true" ma:displayName="Category:Title" ma:list="{83a57ca3-87ab-4a0d-9d9c-7ed2ee41f669}" ma:internalName="Category_x003a_Title" ma:readOnly="true" ma:showField="Title" ma:web="62cfc31f-9d83-4552-93d2-ad5b7c877465">
      <xsd:simpleType>
        <xsd:restriction base="dms:Lookup"/>
      </xsd:simpleType>
    </xsd:element>
    <xsd:element name="Category_x003a_ID" ma:index="10" nillable="true" ma:displayName="Category:ID" ma:list="{83a57ca3-87ab-4a0d-9d9c-7ed2ee41f669}" ma:internalName="Category_x003a_ID" ma:readOnly="true" ma:showField="ID" ma:web="62cfc31f-9d83-4552-93d2-ad5b7c877465">
      <xsd:simpleType>
        <xsd:restriction base="dms:Lookup"/>
      </xsd:simpleType>
    </xsd:element>
    <xsd:element name="Icon" ma:index="11" nillable="true" ma:displayName="Icon" ma:format="Image" ma:internalName="Icon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temSort" ma:index="12" nillable="true" ma:displayName="ItemSort" ma:internalName="ItemSort">
      <xsd:simpleType>
        <xsd:restriction base="dms:Number">
          <xsd:minInclusive value="1"/>
        </xsd:restriction>
      </xsd:simpleType>
    </xsd:element>
    <xsd:element name="ShowInSdaiaHub" ma:index="13" nillable="true" ma:displayName="ShowInSdaiaHub" ma:default="No" ma:format="Dropdown" ma:internalName="ShowInSdaiaHub">
      <xsd:simpleType>
        <xsd:restriction base="dms:Choice">
          <xsd:enumeration value="No"/>
          <xsd:enumeration value="Yes"/>
        </xsd:restriction>
      </xsd:simpleType>
    </xsd:element>
    <xsd:element name="ShowInSdaiaHubSort" ma:index="14" nillable="true" ma:displayName="ShowInSdaiaHubSort" ma:internalName="ShowInSdaiaHubSort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1fbf8189-efa5-44ea-88a5-03d30663fcf2">3</Category>
    <Icon xmlns="1fbf8189-efa5-44ea-88a5-03d30663fcf2">
      <Url xsi:nil="true"/>
      <Description xsi:nil="true"/>
    </Icon>
    <ItemSort xmlns="1fbf8189-efa5-44ea-88a5-03d30663fcf2" xsi:nil="true"/>
    <ShowInSdaiaHubSort xmlns="1fbf8189-efa5-44ea-88a5-03d30663fcf2" xsi:nil="true"/>
    <ShowInSdaiaHub xmlns="1fbf8189-efa5-44ea-88a5-03d30663fcf2">Yes</ShowInSdaiaHub>
  </documentManagement>
</p:properties>
</file>

<file path=customXml/item3.xml><?xml version="1.0" encoding="utf-8"?>
<sisl xmlns:xsd="http://www.w3.org/2001/XMLSchema" xmlns:xsi="http://www.w3.org/2001/XMLSchema-instance" xmlns="http://www.boldonjames.com/2008/01/sie/internal/label" sislVersion="0" policy="70fe81c6-8401-4cfc-9ef6-4071ef5e3673" origin="userSelected">
  <element uid="0552750f-5859-4f24-a10a-0f241d9075eb" value=""/>
</sisl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BC5F7C-9EF5-41C8-9435-3A03C5B840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bf8189-efa5-44ea-88a5-03d30663f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72F12A-C688-4151-ACCF-0041497C9DC1}">
  <ds:schemaRefs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fbf8189-efa5-44ea-88a5-03d30663fcf2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107F5C4-40FC-482C-93FF-21E457D7AFEA}">
  <ds:schemaRefs>
    <ds:schemaRef ds:uri="http://www.w3.org/2001/XMLSchema"/>
    <ds:schemaRef ds:uri="http://www.boldonjames.com/2008/01/sie/internal/label"/>
  </ds:schemaRefs>
</ds:datastoreItem>
</file>

<file path=customXml/itemProps4.xml><?xml version="1.0" encoding="utf-8"?>
<ds:datastoreItem xmlns:ds="http://schemas.openxmlformats.org/officeDocument/2006/customXml" ds:itemID="{474025F8-DC2A-437B-8451-4AB0803710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القالب الموحد للتقارير - انجليزي</Template>
  <TotalTime>1585</TotalTime>
  <Words>1872</Words>
  <Application>Microsoft Office PowerPoint</Application>
  <PresentationFormat>Widescreen</PresentationFormat>
  <Paragraphs>249</Paragraphs>
  <Slides>42</Slides>
  <Notes>9</Notes>
  <HiddenSlides>0</HiddenSlides>
  <MMClips>0</MMClips>
  <ScaleCrop>false</ScaleCrop>
  <HeadingPairs>
    <vt:vector size="10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  <vt:variant>
        <vt:lpstr>Custom Shows</vt:lpstr>
      </vt:variant>
      <vt:variant>
        <vt:i4>1</vt:i4>
      </vt:variant>
    </vt:vector>
  </HeadingPairs>
  <TitlesOfParts>
    <vt:vector size="52" baseType="lpstr">
      <vt:lpstr>Arial</vt:lpstr>
      <vt:lpstr>Calibri</vt:lpstr>
      <vt:lpstr>DIN Next LT Arabic</vt:lpstr>
      <vt:lpstr>Markazi Text</vt:lpstr>
      <vt:lpstr>Markazi Text SemiBold</vt:lpstr>
      <vt:lpstr>Times New Roman</vt:lpstr>
      <vt:lpstr>Trebuchet MS</vt:lpstr>
      <vt:lpstr>SDAIA Grid 16:9 English</vt:lpstr>
      <vt:lpstr>think-cell Slide</vt:lpstr>
      <vt:lpstr>Advanced Agentic AI Systems Engineering</vt:lpstr>
      <vt:lpstr>Advanced Frameworks and State Graphs</vt:lpstr>
      <vt:lpstr>PowerPoint Presentation</vt:lpstr>
      <vt:lpstr>Advanced agent frameworks </vt:lpstr>
      <vt:lpstr>Advanced agent frameworks  </vt:lpstr>
      <vt:lpstr>Advanced agent frameworks  </vt:lpstr>
      <vt:lpstr>Advanced agent frameworks  </vt:lpstr>
      <vt:lpstr>Advanced agent frameworks (Core Theoretical Concepts)  </vt:lpstr>
      <vt:lpstr>Advanced agent frameworks (Core Theoretical Concepts)  </vt:lpstr>
      <vt:lpstr>Advanced agent frameworks (Core Theoretical Concepts)  </vt:lpstr>
      <vt:lpstr>Advanced agent frameworks (Core Theoretical Concepts)  </vt:lpstr>
      <vt:lpstr>Advanced agent frameworks  </vt:lpstr>
      <vt:lpstr>Advanced agent frameworks  </vt:lpstr>
      <vt:lpstr>Advanced agent frameworks  </vt:lpstr>
      <vt:lpstr>State Graphs </vt:lpstr>
      <vt:lpstr>State Graphs</vt:lpstr>
      <vt:lpstr>The Core Components of State Graphs</vt:lpstr>
      <vt:lpstr>Why Use State Graphs for AI? </vt:lpstr>
      <vt:lpstr>Practical Example: State Graphs of The Autonomous Research Agent</vt:lpstr>
      <vt:lpstr>State Graphs</vt:lpstr>
      <vt:lpstr>State Graphs</vt:lpstr>
      <vt:lpstr>State Graphs</vt:lpstr>
      <vt:lpstr>Graph-based orchestration </vt:lpstr>
      <vt:lpstr>Graph-based orchestration </vt:lpstr>
      <vt:lpstr>Graph-based orchestration </vt:lpstr>
      <vt:lpstr>Graph-based orchestration </vt:lpstr>
      <vt:lpstr>Graph-based orchestration </vt:lpstr>
      <vt:lpstr>Graph-based orchestration </vt:lpstr>
      <vt:lpstr>Graph-based orchestration </vt:lpstr>
      <vt:lpstr>Graph-based orchestration </vt:lpstr>
      <vt:lpstr>Advanced orchestration frameworks: LangGraph, AutoGen, or similar</vt:lpstr>
      <vt:lpstr>Advanced orchestration frameworks: LangGraph, AutoGen, or similar</vt:lpstr>
      <vt:lpstr>Advanced orchestration frameworks: LangGraph, AutoGen, or similar</vt:lpstr>
      <vt:lpstr>Advanced orchestration frameworks: LangGraph, AutoGen, or similar</vt:lpstr>
      <vt:lpstr>Advanced orchestration frameworks: LangGraph, AutoGen, or similar</vt:lpstr>
      <vt:lpstr>Advanced orchestration frameworks: LangGraph, AutoGen, or similar</vt:lpstr>
      <vt:lpstr>Advanced orchestration frameworks: LangGraph, AutoGen, or similar</vt:lpstr>
      <vt:lpstr>Autonomous Research AI Agent</vt:lpstr>
      <vt:lpstr>Autonomous Research AI Agent</vt:lpstr>
      <vt:lpstr>Autonomous Research AI Agent</vt:lpstr>
      <vt:lpstr>Autonomous Research AI Agent</vt:lpstr>
      <vt:lpstr>PowerPoint Presentation</vt:lpstr>
      <vt:lpstr>Format Guide Workshop</vt:lpstr>
    </vt:vector>
  </TitlesOfParts>
  <Company>The Boston Consulting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Data Engineering for AI Systems</dc:title>
  <dc:creator>Trainer LearningSpace</dc:creator>
  <cp:keywords>public</cp:keywords>
  <cp:lastModifiedBy>Trainer LearningSpace</cp:lastModifiedBy>
  <cp:revision>111</cp:revision>
  <cp:lastPrinted>1999-12-31T16:00:00Z</cp:lastPrinted>
  <dcterms:created xsi:type="dcterms:W3CDTF">2026-05-15T21:31:48Z</dcterms:created>
  <dcterms:modified xsi:type="dcterms:W3CDTF">2026-05-24T00:34:27Z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docIndexRef">
    <vt:lpwstr>7c63872c-3197-456d-b742-0697d38c417b</vt:lpwstr>
  </property>
  <property fmtid="{D5CDD505-2E9C-101B-9397-08002B2CF9AE}" pid="8" name="bjClsUserRVM">
    <vt:lpwstr>[]</vt:lpwstr>
  </property>
  <property fmtid="{D5CDD505-2E9C-101B-9397-08002B2CF9AE}" pid="9" name="bjSaver">
    <vt:lpwstr>yV/Tp1yfirG1AXo6ReVy01wxYy7Lbc11</vt:lpwstr>
  </property>
  <property fmtid="{D5CDD505-2E9C-101B-9397-08002B2CF9AE}" pid="10" name="bjDocumentLabelXML">
    <vt:lpwstr>&lt;?xml version="1.0" encoding="us-ascii"?&gt;&lt;sisl xmlns:xsd="http://www.w3.org/2001/XMLSchema" xmlns:xsi="http://www.w3.org/2001/XMLSchema-instance" sislVersion="0" policy="70fe81c6-8401-4cfc-9ef6-4071ef5e3673" origin="userSelected" xmlns="http://www.boldonj</vt:lpwstr>
  </property>
  <property fmtid="{D5CDD505-2E9C-101B-9397-08002B2CF9AE}" pid="11" name="bjDocumentLabelXML-0">
    <vt:lpwstr>ames.com/2008/01/sie/internal/label"&gt;&lt;element uid="0552750f-5859-4f24-a10a-0f241d9075eb" value="" /&gt;&lt;/sisl&gt;</vt:lpwstr>
  </property>
  <property fmtid="{D5CDD505-2E9C-101B-9397-08002B2CF9AE}" pid="12" name="bjDocumentSecurityLabel">
    <vt:lpwstr>Public - عام</vt:lpwstr>
  </property>
  <property fmtid="{D5CDD505-2E9C-101B-9397-08002B2CF9AE}" pid="13" name="bjSlideMasterFooterText">
    <vt:lpwstr>عام</vt:lpwstr>
  </property>
  <property fmtid="{D5CDD505-2E9C-101B-9397-08002B2CF9AE}" pid="14" name="ContentTypeId">
    <vt:lpwstr>0x010100ECB9C66F0D9B2D478613CA736C20D80F</vt:lpwstr>
  </property>
</Properties>
</file>